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5143500" cx="9144000"/>
  <p:notesSz cx="6858000" cy="9144000"/>
  <p:embeddedFontLst>
    <p:embeddedFont>
      <p:font typeface="Roboto Black"/>
      <p:bold r:id="rId53"/>
      <p:boldItalic r:id="rId54"/>
    </p:embeddedFont>
    <p:embeddedFont>
      <p:font typeface="Robot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53">
          <p15:clr>
            <a:srgbClr val="FF0000"/>
          </p15:clr>
        </p15:guide>
        <p15:guide id="2" orient="horz" pos="904">
          <p15:clr>
            <a:srgbClr val="FF0000"/>
          </p15:clr>
        </p15:guide>
        <p15:guide id="3" orient="horz" pos="737">
          <p15:clr>
            <a:srgbClr val="00FF00"/>
          </p15:clr>
        </p15:guide>
        <p15:guide id="4" orient="horz" pos="397">
          <p15:clr>
            <a:srgbClr val="00FF00"/>
          </p15:clr>
        </p15:guide>
        <p15:guide id="5" pos="455">
          <p15:clr>
            <a:srgbClr val="FF00FF"/>
          </p15:clr>
        </p15:guide>
        <p15:guide id="6" pos="5270">
          <p15:clr>
            <a:srgbClr val="FF00FF"/>
          </p15:clr>
        </p15:guide>
      </p15:sldGuideLst>
    </p:ext>
    <p:ext uri="GoogleSlidesCustomDataVersion2">
      <go:slidesCustomData xmlns:go="http://customooxmlschemas.google.com/" r:id="rId59" roundtripDataSignature="AMtx7mixkJupPQwY4q4eqnRRQGPIr3yG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53" orient="horz"/>
        <p:guide pos="904" orient="horz"/>
        <p:guide pos="737" orient="horz"/>
        <p:guide pos="397" orient="horz"/>
        <p:guide pos="455"/>
        <p:guide pos="52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obotoBlack-bold.fnt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regular.fntdata"/><Relationship Id="rId10" Type="http://schemas.openxmlformats.org/officeDocument/2006/relationships/slide" Target="slides/slide5.xml"/><Relationship Id="rId54" Type="http://schemas.openxmlformats.org/officeDocument/2006/relationships/font" Target="fonts/RobotoBlack-boldItalic.fntdata"/><Relationship Id="rId13" Type="http://schemas.openxmlformats.org/officeDocument/2006/relationships/slide" Target="slides/slide8.xml"/><Relationship Id="rId57" Type="http://schemas.openxmlformats.org/officeDocument/2006/relationships/font" Target="fonts/Roboto-italic.fntdata"/><Relationship Id="rId12" Type="http://schemas.openxmlformats.org/officeDocument/2006/relationships/slide" Target="slides/slide7.xml"/><Relationship Id="rId56" Type="http://schemas.openxmlformats.org/officeDocument/2006/relationships/font" Target="fonts/Roboto-bold.fntdata"/><Relationship Id="rId15" Type="http://schemas.openxmlformats.org/officeDocument/2006/relationships/slide" Target="slides/slide10.xml"/><Relationship Id="rId59" Type="http://customschemas.google.com/relationships/presentationmetadata" Target="metadata"/><Relationship Id="rId14" Type="http://schemas.openxmlformats.org/officeDocument/2006/relationships/slide" Target="slides/slide9.xml"/><Relationship Id="rId58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2aa40fea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g32aa40fea3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c41871386_0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1c4187138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c41871386_0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1c41871386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c41871386_0_3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1c41871386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c41871386_0_4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1c41871386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c41871386_0_3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1c4187138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c41871386_0_4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1c41871386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c41871386_0_3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1c41871386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c41871386_0_4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1c41871386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c41871386_0_3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1c41871386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c41871386_0_4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1c41871386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c41871386_0_3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1c41871386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c41871386_0_4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1c41871386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c41871386_0_3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1c41871386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c41871386_0_4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1c41871386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c41871386_0_3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1c41871386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c41871386_0_5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1c41871386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1c41871386_0_4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1c41871386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1c41871386_0_5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1c41871386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1c41871386_0_4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1c41871386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1c41871386_0_5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1c41871386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c41871386_0_4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1c41871386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c41871386_0_5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1c41871386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1c41871386_0_4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1c41871386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1c41871386_0_5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1c41871386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1c41871386_0_4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1c41871386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1c41871386_0_5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1c41871386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1c41871386_0_4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1c41871386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1c41871386_0_5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1c41871386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c41871386_0_4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1c41871386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c41871386_0_5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1c41871386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c41871386_0_4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1c41871386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1c41871386_0_5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1c41871386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1c41871386_0_4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1c41871386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1c41871386_0_5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1c41871386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1c41871386_0_4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1c41871386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1c41871386_0_5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1c41871386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1c433490e5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1c433490e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1c433490e5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1c433490e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1c433490e5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1c433490e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1c433490e5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1c433490e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1c433490e5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31c433490e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1c433490e5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1c433490e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9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9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3caba5e1c5_0_1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g13caba5e1c5_0_1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g13caba5e1c5_0_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" name="Google Shape;2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31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" name="Google Shape;32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7" name="Google Shape;3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" name="Google Shape;40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3" name="Google Shape;43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olorful, colored&#10;&#10;Description generated with very high confidence" id="44" name="Google Shape;44;p42"/>
          <p:cNvPicPr preferRelativeResize="0"/>
          <p:nvPr/>
        </p:nvPicPr>
        <p:blipFill rotWithShape="1">
          <a:blip r:embed="rId3">
            <a:alphaModFix/>
          </a:blip>
          <a:srcRect b="37530" l="0" r="0" t="55603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2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42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42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42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3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png"/><Relationship Id="rId4" Type="http://schemas.openxmlformats.org/officeDocument/2006/relationships/hyperlink" Target="https://learn.codemithra.com/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 txBox="1"/>
          <p:nvPr/>
        </p:nvSpPr>
        <p:spPr>
          <a:xfrm>
            <a:off x="148264" y="1741810"/>
            <a:ext cx="469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SPELLING CORRECTION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aa40fea37_0_0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g32aa40fea37_0_0"/>
          <p:cNvSpPr txBox="1"/>
          <p:nvPr/>
        </p:nvSpPr>
        <p:spPr>
          <a:xfrm>
            <a:off x="577325" y="622125"/>
            <a:ext cx="7786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latin typeface="Roboto"/>
                <a:ea typeface="Roboto"/>
                <a:cs typeface="Roboto"/>
                <a:sym typeface="Roboto"/>
              </a:rPr>
              <a:t>              TEST TIME ON:</a:t>
            </a:r>
            <a:r>
              <a:rPr b="1" lang="en-US" sz="1500">
                <a:solidFill>
                  <a:srgbClr val="202124"/>
                </a:solidFill>
                <a:highlight>
                  <a:srgbClr val="FFFFFF"/>
                </a:highlight>
              </a:rPr>
              <a:t>VOCABULARY(HOMOPHONES,HOMONYMS,HETERONYMS)</a:t>
            </a:r>
            <a:endParaRPr b="1"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g32aa40fea37_0_0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g32aa40fea3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100" y="1976454"/>
            <a:ext cx="1603975" cy="159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c41871386_0_150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g31c41871386_0_150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0" name="Google Shape;80;g31c41871386_0_150"/>
          <p:cNvSpPr txBox="1"/>
          <p:nvPr/>
        </p:nvSpPr>
        <p:spPr>
          <a:xfrm>
            <a:off x="1003925" y="1499675"/>
            <a:ext cx="6692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Find the correct spelling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1.  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A.Adulation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B. Adlation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C.Aduletion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D.Addulation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c41871386_0_156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g31c41871386_0_156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7" name="Google Shape;87;g31c41871386_0_156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1c41871386_0_156"/>
          <p:cNvSpPr txBox="1"/>
          <p:nvPr/>
        </p:nvSpPr>
        <p:spPr>
          <a:xfrm>
            <a:off x="3564400" y="1697975"/>
            <a:ext cx="300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en-US" sz="2000"/>
              <a:t>A.Adulation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c41871386_0_362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g31c41871386_0_362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5" name="Google Shape;95;g31c41871386_0_362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1c41871386_0_362"/>
          <p:cNvSpPr txBox="1"/>
          <p:nvPr/>
        </p:nvSpPr>
        <p:spPr>
          <a:xfrm>
            <a:off x="1003925" y="1499675"/>
            <a:ext cx="6692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2.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A. Adulterate  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B. Adeldurate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C.Adulterat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D.Adultarate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c41871386_0_464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g31c41871386_0_464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3" name="Google Shape;103;g31c41871386_0_464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1c41871386_0_464"/>
          <p:cNvSpPr txBox="1"/>
          <p:nvPr/>
        </p:nvSpPr>
        <p:spPr>
          <a:xfrm>
            <a:off x="3564400" y="1697975"/>
            <a:ext cx="3000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A. Adulterate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c41871386_0_368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g31c41871386_0_368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1" name="Google Shape;111;g31c41871386_0_368"/>
          <p:cNvSpPr txBox="1"/>
          <p:nvPr/>
        </p:nvSpPr>
        <p:spPr>
          <a:xfrm>
            <a:off x="1003925" y="1499675"/>
            <a:ext cx="6692700" cy="3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3.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A. Adventitious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B. Adventitous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C. Adventitus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D. Adventituous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c41871386_0_470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g31c41871386_0_470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8" name="Google Shape;118;g31c41871386_0_470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1c41871386_0_470"/>
          <p:cNvSpPr txBox="1"/>
          <p:nvPr/>
        </p:nvSpPr>
        <p:spPr>
          <a:xfrm>
            <a:off x="3564400" y="1697975"/>
            <a:ext cx="30000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 A. Adventitious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c41871386_0_374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g31c41871386_0_374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6" name="Google Shape;126;g31c41871386_0_374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1c41871386_0_374"/>
          <p:cNvSpPr txBox="1"/>
          <p:nvPr/>
        </p:nvSpPr>
        <p:spPr>
          <a:xfrm>
            <a:off x="1003925" y="1499675"/>
            <a:ext cx="6692700" cy="3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Find the correct spelt word.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4.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A.Adverisity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B.Advercety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C.Adversity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D.Advercity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D4D4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c41871386_0_476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g31c41871386_0_476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4" name="Google Shape;134;g31c41871386_0_476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1c41871386_0_476"/>
          <p:cNvSpPr txBox="1"/>
          <p:nvPr/>
        </p:nvSpPr>
        <p:spPr>
          <a:xfrm>
            <a:off x="3564400" y="1697975"/>
            <a:ext cx="3000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  C.Adversity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c41871386_0_380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g31c41871386_0_380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2" name="Google Shape;142;g31c41871386_0_380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1c41871386_0_380"/>
          <p:cNvSpPr txBox="1"/>
          <p:nvPr/>
        </p:nvSpPr>
        <p:spPr>
          <a:xfrm>
            <a:off x="1003925" y="1499675"/>
            <a:ext cx="6692700" cy="3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5.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A.Efficient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B.Treatmeant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C. Beterment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D. Employd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c41871386_0_482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g31c41871386_0_482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0" name="Google Shape;150;g31c41871386_0_482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1c41871386_0_482"/>
          <p:cNvSpPr txBox="1"/>
          <p:nvPr/>
        </p:nvSpPr>
        <p:spPr>
          <a:xfrm>
            <a:off x="3564400" y="1697975"/>
            <a:ext cx="3000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A.Efficient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c41871386_0_386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g31c41871386_0_386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8" name="Google Shape;158;g31c41871386_0_386"/>
          <p:cNvSpPr txBox="1"/>
          <p:nvPr/>
        </p:nvSpPr>
        <p:spPr>
          <a:xfrm>
            <a:off x="1003925" y="1499675"/>
            <a:ext cx="66927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6.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A. embarasment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B. embarrasment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C. embarrassment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D. embarassment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c41871386_0_488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g31c41871386_0_488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5" name="Google Shape;165;g31c41871386_0_488"/>
          <p:cNvSpPr txBox="1"/>
          <p:nvPr/>
        </p:nvSpPr>
        <p:spPr>
          <a:xfrm>
            <a:off x="3564400" y="1697975"/>
            <a:ext cx="3000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   C. embarrassment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c41871386_0_392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g31c41871386_0_392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2" name="Google Shape;172;g31c41871386_0_392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1c41871386_0_392"/>
          <p:cNvSpPr txBox="1"/>
          <p:nvPr/>
        </p:nvSpPr>
        <p:spPr>
          <a:xfrm>
            <a:off x="1003925" y="1499675"/>
            <a:ext cx="6692700" cy="29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7.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A. acomodate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B. accomodate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C. acommodate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D. accommodate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c41871386_0_494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g31c41871386_0_494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0" name="Google Shape;180;g31c41871386_0_494"/>
          <p:cNvSpPr txBox="1"/>
          <p:nvPr/>
        </p:nvSpPr>
        <p:spPr>
          <a:xfrm>
            <a:off x="3564400" y="1697975"/>
            <a:ext cx="3000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D. accommodate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c41871386_0_398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g31c41871386_0_398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7" name="Google Shape;187;g31c41871386_0_398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1c41871386_0_398"/>
          <p:cNvSpPr txBox="1"/>
          <p:nvPr/>
        </p:nvSpPr>
        <p:spPr>
          <a:xfrm>
            <a:off x="1003925" y="1499675"/>
            <a:ext cx="6692700" cy="3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8.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A. posesion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B. possesion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C. posession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D. possession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c41871386_0_500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g31c41871386_0_500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5" name="Google Shape;195;g31c41871386_0_500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1c41871386_0_500"/>
          <p:cNvSpPr txBox="1"/>
          <p:nvPr/>
        </p:nvSpPr>
        <p:spPr>
          <a:xfrm>
            <a:off x="3564400" y="1697975"/>
            <a:ext cx="3000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D. possession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c41871386_0_404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g31c41871386_0_404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3" name="Google Shape;203;g31c41871386_0_404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1c41871386_0_404"/>
          <p:cNvSpPr txBox="1"/>
          <p:nvPr/>
        </p:nvSpPr>
        <p:spPr>
          <a:xfrm>
            <a:off x="1003925" y="1499675"/>
            <a:ext cx="6692700" cy="3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9.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A. Dessicated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B. Dessiccated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C. Desiccated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D. Desicated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1c41871386_0_506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g31c41871386_0_506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11" name="Google Shape;211;g31c41871386_0_506"/>
          <p:cNvSpPr txBox="1"/>
          <p:nvPr/>
        </p:nvSpPr>
        <p:spPr>
          <a:xfrm>
            <a:off x="3564400" y="1697975"/>
            <a:ext cx="3000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C. Desiccated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1c41871386_0_410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g31c41871386_0_410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18" name="Google Shape;218;g31c41871386_0_410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1c41871386_0_410"/>
          <p:cNvSpPr txBox="1"/>
          <p:nvPr/>
        </p:nvSpPr>
        <p:spPr>
          <a:xfrm>
            <a:off x="1003925" y="1499675"/>
            <a:ext cx="66927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10.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A. coridor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B. coriddor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C. coridoor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D. corridor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c41871386_0_512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g31c41871386_0_512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6" name="Google Shape;226;g31c41871386_0_512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1c41871386_0_512"/>
          <p:cNvSpPr txBox="1"/>
          <p:nvPr/>
        </p:nvSpPr>
        <p:spPr>
          <a:xfrm>
            <a:off x="3176400" y="1660475"/>
            <a:ext cx="3000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D. corridor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c41871386_0_416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g31c41871386_0_416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34" name="Google Shape;234;g31c41871386_0_416"/>
          <p:cNvSpPr txBox="1"/>
          <p:nvPr/>
        </p:nvSpPr>
        <p:spPr>
          <a:xfrm>
            <a:off x="1003925" y="1499675"/>
            <a:ext cx="6692700" cy="3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11.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A. vaccinnate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B. vacinnate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C. vaccinate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D.  vacinate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c41871386_0_518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g31c41871386_0_518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41" name="Google Shape;241;g31c41871386_0_518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1c41871386_0_518"/>
          <p:cNvSpPr txBox="1"/>
          <p:nvPr/>
        </p:nvSpPr>
        <p:spPr>
          <a:xfrm>
            <a:off x="3564400" y="1697975"/>
            <a:ext cx="3000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C. vaccinate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c41871386_0_422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g31c41871386_0_422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49" name="Google Shape;249;g31c41871386_0_422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1c41871386_0_422"/>
          <p:cNvSpPr txBox="1"/>
          <p:nvPr/>
        </p:nvSpPr>
        <p:spPr>
          <a:xfrm>
            <a:off x="1003925" y="1499675"/>
            <a:ext cx="6692700" cy="40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12.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A. disappeared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B. dissappeared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C. dissapeared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D. disapeared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1c41871386_0_524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g31c41871386_0_524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57" name="Google Shape;257;g31c41871386_0_524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1c41871386_0_524"/>
          <p:cNvSpPr txBox="1"/>
          <p:nvPr/>
        </p:nvSpPr>
        <p:spPr>
          <a:xfrm>
            <a:off x="3564400" y="1697975"/>
            <a:ext cx="3000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A. disappeared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1c41871386_0_428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g31c41871386_0_428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65" name="Google Shape;265;g31c41871386_0_428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1c41871386_0_428"/>
          <p:cNvSpPr txBox="1"/>
          <p:nvPr/>
        </p:nvSpPr>
        <p:spPr>
          <a:xfrm>
            <a:off x="1003925" y="1499675"/>
            <a:ext cx="6692700" cy="26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12.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lphaUcPeriod"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Caffiene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lphaUcPeriod"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Caffeine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lphaUcPeriod"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Cafiene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lphaUcPeriod"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Cafeine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1c41871386_0_530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g31c41871386_0_530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73" name="Google Shape;273;g31c41871386_0_530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1c41871386_0_530"/>
          <p:cNvSpPr txBox="1"/>
          <p:nvPr/>
        </p:nvSpPr>
        <p:spPr>
          <a:xfrm>
            <a:off x="3108850" y="1510225"/>
            <a:ext cx="8512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B. Caffeine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1c41871386_0_434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g31c41871386_0_434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81" name="Google Shape;281;g31c41871386_0_434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1c41871386_0_434"/>
          <p:cNvSpPr txBox="1"/>
          <p:nvPr/>
        </p:nvSpPr>
        <p:spPr>
          <a:xfrm>
            <a:off x="1003925" y="1499675"/>
            <a:ext cx="66927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13.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lphaUcPeriod"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scoler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lphaUcPeriod"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schollar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lphaUcPeriod"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shcolar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lphaUcPeriod"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scholar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1c41871386_0_536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g31c41871386_0_536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89" name="Google Shape;289;g31c41871386_0_536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1c41871386_0_536"/>
          <p:cNvSpPr txBox="1"/>
          <p:nvPr/>
        </p:nvSpPr>
        <p:spPr>
          <a:xfrm>
            <a:off x="3564400" y="1697975"/>
            <a:ext cx="3000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D. scholar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c41871386_0_440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g31c41871386_0_440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97" name="Google Shape;297;g31c41871386_0_440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1c41871386_0_440"/>
          <p:cNvSpPr txBox="1"/>
          <p:nvPr/>
        </p:nvSpPr>
        <p:spPr>
          <a:xfrm>
            <a:off x="1003925" y="1499675"/>
            <a:ext cx="6692700" cy="3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14.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(A) upheaval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(B) upheival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(C) upheval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(D) uphieval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1c41871386_0_542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g31c41871386_0_542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05" name="Google Shape;305;g31c41871386_0_542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1c41871386_0_542"/>
          <p:cNvSpPr txBox="1"/>
          <p:nvPr/>
        </p:nvSpPr>
        <p:spPr>
          <a:xfrm>
            <a:off x="3564400" y="1697975"/>
            <a:ext cx="3000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(A) upheaval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1c41871386_0_446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g31c41871386_0_446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13" name="Google Shape;313;g31c41871386_0_446"/>
          <p:cNvSpPr txBox="1"/>
          <p:nvPr/>
        </p:nvSpPr>
        <p:spPr>
          <a:xfrm>
            <a:off x="1003925" y="1499675"/>
            <a:ext cx="6692700" cy="3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15.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(A) etiquet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(B) etiqquet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(C) ettiquet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(D) etiquette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1c41871386_0_548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g31c41871386_0_548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20" name="Google Shape;320;g31c41871386_0_548"/>
          <p:cNvSpPr txBox="1"/>
          <p:nvPr/>
        </p:nvSpPr>
        <p:spPr>
          <a:xfrm>
            <a:off x="3315600" y="1697975"/>
            <a:ext cx="30000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(D) etiquette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1c41871386_0_452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g31c41871386_0_452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27" name="Google Shape;327;g31c41871386_0_452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1c41871386_0_452"/>
          <p:cNvSpPr txBox="1"/>
          <p:nvPr/>
        </p:nvSpPr>
        <p:spPr>
          <a:xfrm>
            <a:off x="1003925" y="1499675"/>
            <a:ext cx="66927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16.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(A) Micelenias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(B) Miscelanious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(C) Miscellaneous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(D) Myselanious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1c41871386_0_554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g31c41871386_0_554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35" name="Google Shape;335;g31c41871386_0_554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1c41871386_0_554"/>
          <p:cNvSpPr txBox="1"/>
          <p:nvPr/>
        </p:nvSpPr>
        <p:spPr>
          <a:xfrm>
            <a:off x="3564400" y="1697975"/>
            <a:ext cx="3000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/>
              <a:t>(C) Miscellaneous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1c41871386_0_458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g31c41871386_0_458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43" name="Google Shape;343;g31c41871386_0_458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1c41871386_0_458"/>
          <p:cNvSpPr txBox="1"/>
          <p:nvPr/>
        </p:nvSpPr>
        <p:spPr>
          <a:xfrm>
            <a:off x="1003925" y="1499675"/>
            <a:ext cx="6692700" cy="26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17.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(A) Allienate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(B) Alliennate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(C) Alienate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(D) Alliennatte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1c41871386_0_560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g31c41871386_0_560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51" name="Google Shape;351;g31c41871386_0_560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1c41871386_0_560"/>
          <p:cNvSpPr txBox="1"/>
          <p:nvPr/>
        </p:nvSpPr>
        <p:spPr>
          <a:xfrm>
            <a:off x="3564400" y="1697975"/>
            <a:ext cx="30000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(C) Alienate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1c433490e5_0_4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g31c433490e5_0_4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59" name="Google Shape;359;g31c433490e5_0_4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1c433490e5_0_4"/>
          <p:cNvSpPr txBox="1"/>
          <p:nvPr/>
        </p:nvSpPr>
        <p:spPr>
          <a:xfrm>
            <a:off x="1003925" y="1499675"/>
            <a:ext cx="6692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18.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(A) Buroucracy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(B) Bureaucrecy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(C) Buraucracy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(D) Bureaucracy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1c433490e5_0_11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g31c433490e5_0_11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67" name="Google Shape;367;g31c433490e5_0_11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1c433490e5_0_11"/>
          <p:cNvSpPr txBox="1"/>
          <p:nvPr/>
        </p:nvSpPr>
        <p:spPr>
          <a:xfrm>
            <a:off x="3564400" y="1697975"/>
            <a:ext cx="30000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(D) Bureaucracy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c433490e5_0_18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g31c433490e5_0_18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75" name="Google Shape;375;g31c433490e5_0_18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1c433490e5_0_18"/>
          <p:cNvSpPr txBox="1"/>
          <p:nvPr/>
        </p:nvSpPr>
        <p:spPr>
          <a:xfrm>
            <a:off x="1003925" y="1499675"/>
            <a:ext cx="6692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19.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(A) perseverence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(B) perseverance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(C) perseveranse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(D) parseverence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c433490e5_0_32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g31c433490e5_0_32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83" name="Google Shape;383;g31c433490e5_0_32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1c433490e5_0_32"/>
          <p:cNvSpPr txBox="1"/>
          <p:nvPr/>
        </p:nvSpPr>
        <p:spPr>
          <a:xfrm>
            <a:off x="3564400" y="1697975"/>
            <a:ext cx="3000000" cy="4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(B) perseverance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1c433490e5_0_25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g31c433490e5_0_25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QUESTION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91" name="Google Shape;391;g31c433490e5_0_25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1c433490e5_0_25"/>
          <p:cNvSpPr txBox="1"/>
          <p:nvPr/>
        </p:nvSpPr>
        <p:spPr>
          <a:xfrm>
            <a:off x="1003925" y="1499675"/>
            <a:ext cx="6692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20. 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(A) Ascendancy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(B) Ascendncy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(C) Ascandency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(D) Acsendancy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1c433490e5_0_39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g31c433490e5_0_39"/>
          <p:cNvSpPr txBox="1"/>
          <p:nvPr/>
        </p:nvSpPr>
        <p:spPr>
          <a:xfrm>
            <a:off x="3833250" y="401650"/>
            <a:ext cx="16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20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ANSWER</a:t>
            </a:r>
            <a:endParaRPr b="0" i="0" sz="20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99" name="Google Shape;399;g31c433490e5_0_39"/>
          <p:cNvSpPr txBox="1"/>
          <p:nvPr/>
        </p:nvSpPr>
        <p:spPr>
          <a:xfrm>
            <a:off x="2979100" y="1367975"/>
            <a:ext cx="554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1c433490e5_0_39"/>
          <p:cNvSpPr txBox="1"/>
          <p:nvPr/>
        </p:nvSpPr>
        <p:spPr>
          <a:xfrm>
            <a:off x="3564400" y="1697975"/>
            <a:ext cx="3000000" cy="6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/>
              <a:t>(A) Ascendancy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9"/>
          <p:cNvSpPr/>
          <p:nvPr/>
        </p:nvSpPr>
        <p:spPr>
          <a:xfrm>
            <a:off x="555120" y="91584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6" name="Google Shape;4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9"/>
          <p:cNvSpPr/>
          <p:nvPr/>
        </p:nvSpPr>
        <p:spPr>
          <a:xfrm>
            <a:off x="1634729" y="4055269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14" name="Google Shape;4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1"/>
          <p:cNvSpPr txBox="1"/>
          <p:nvPr/>
        </p:nvSpPr>
        <p:spPr>
          <a:xfrm>
            <a:off x="3141000" y="2194650"/>
            <a:ext cx="28620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6" name="Google Shape;41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1"/>
          <p:cNvSpPr txBox="1"/>
          <p:nvPr/>
        </p:nvSpPr>
        <p:spPr>
          <a:xfrm>
            <a:off x="1980750" y="4590801"/>
            <a:ext cx="1187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9" name="Google Shape;419;p11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11"/>
          <p:cNvSpPr txBox="1"/>
          <p:nvPr/>
        </p:nvSpPr>
        <p:spPr>
          <a:xfrm>
            <a:off x="3519050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1" name="Google Shape;42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1"/>
          <p:cNvSpPr txBox="1"/>
          <p:nvPr/>
        </p:nvSpPr>
        <p:spPr>
          <a:xfrm>
            <a:off x="5457275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3" name="Google Shape;423;p11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2019-12-04T07:36:33Z</dcterms:created>
  <dc:creator>sushmitha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1033-11.2.0.9052</vt:lpwstr>
  </property>
</Properties>
</file>