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Roboto"/>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755">
          <p15:clr>
            <a:srgbClr val="FF0000"/>
          </p15:clr>
        </p15:guide>
        <p15:guide id="2" orient="horz" pos="907">
          <p15:clr>
            <a:srgbClr val="FF0000"/>
          </p15:clr>
        </p15:guide>
        <p15:guide id="3" orient="horz" pos="737">
          <p15:clr>
            <a:srgbClr val="00FF00"/>
          </p15:clr>
        </p15:guide>
        <p15:guide id="4" orient="horz" pos="397">
          <p15:clr>
            <a:srgbClr val="00FF00"/>
          </p15:clr>
        </p15:guide>
        <p15:guide id="5" pos="454">
          <p15:clr>
            <a:srgbClr val="FF00FF"/>
          </p15:clr>
        </p15:guide>
        <p15:guide id="6" pos="5272">
          <p15:clr>
            <a:srgbClr val="FF00FF"/>
          </p15:clr>
        </p15:guide>
      </p15:sldGuideLst>
    </p:ext>
    <p:ext uri="GoogleSlidesCustomDataVersion2">
      <go:slidesCustomData xmlns:go="http://customooxmlschemas.google.com/" r:id="rId48" roundtripDataSignature="AMtx7mgfsfLNyoiE1an4+/USYDMZCf+O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755" orient="horz"/>
        <p:guide pos="907" orient="horz"/>
        <p:guide pos="737" orient="horz"/>
        <p:guide pos="397" orient="horz"/>
        <p:guide pos="454"/>
        <p:guide pos="527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Roboto-regular.fntdata"/><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font" Target="fonts/Roboto-italic.fntdata"/><Relationship Id="rId23" Type="http://schemas.openxmlformats.org/officeDocument/2006/relationships/slide" Target="slides/slide18.xml"/><Relationship Id="rId45"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customschemas.google.com/relationships/presentationmetadata" Target="metadata"/><Relationship Id="rId25" Type="http://schemas.openxmlformats.org/officeDocument/2006/relationships/slide" Target="slides/slide20.xml"/><Relationship Id="rId47" Type="http://schemas.openxmlformats.org/officeDocument/2006/relationships/font" Target="fonts/Roboto-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 name="Google Shape;5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248accb15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 name="Google Shape;68;g3248accb15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215a255e1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g3215a255e1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215a2972c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g3215a2972c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215a2972c9_0_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g3215a2972c9_0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215cf837de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g3215cf837de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215cf837de_0_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3215cf837de_0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215cf837de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3215cf837de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215cf837de_0_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3215cf837de_0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215cf837de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3215cf837de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215cf837de_0_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g3215cf837de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215cf837de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3215cf837de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215cf837de_0_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3215cf837de_0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215cf837de_0_1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g3215cf837de_0_1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215cf837de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3215cf837de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215cf837de_0_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3215cf837de_0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215cf837de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g3215cf837de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215cf837de_0_1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3215cf837de_0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215cf837de_0_1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3215cf837de_0_1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215cf837de_0_1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g3215cf837de_0_1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215cf837de_0_1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3215cf837de_0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215cf837de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g3215cf837de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215cf837de_0_1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3215cf837de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215cf837de_0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3215cf837de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215cf837de_0_1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g3215cf837de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215cf837de_0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g3215cf837de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215cf837de_0_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g3215cf837de_0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215cf837de_0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3215cf837de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215cf837de_0_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3215cf837de_0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215cf837de_0_1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g3215cf837de_0_1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215cf837de_0_1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g3215cf837de_0_1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215cf837de_0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g3215cf837de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215cf837de_0_1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g3215cf837de_0_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215cf837de_0_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g3215cf837de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215cf837de_0_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g3215cf837de_0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44: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8" name="Google Shape;288;p44: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4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4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5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5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23" name="Shape 2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7" name="Shape 27"/>
        <p:cNvGrpSpPr/>
        <p:nvPr/>
      </p:nvGrpSpPr>
      <p:grpSpPr>
        <a:xfrm>
          <a:off x="0" y="0"/>
          <a:ext cx="0" cy="0"/>
          <a:chOff x="0" y="0"/>
          <a:chExt cx="0" cy="0"/>
        </a:xfrm>
      </p:grpSpPr>
      <p:sp>
        <p:nvSpPr>
          <p:cNvPr id="28" name="Google Shape;28;p5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9" name="Google Shape;29;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0" name="Shape 30"/>
        <p:cNvGrpSpPr/>
        <p:nvPr/>
      </p:nvGrpSpPr>
      <p:grpSpPr>
        <a:xfrm>
          <a:off x="0" y="0"/>
          <a:ext cx="0" cy="0"/>
          <a:chOff x="0" y="0"/>
          <a:chExt cx="0" cy="0"/>
        </a:xfrm>
      </p:grpSpPr>
      <p:sp>
        <p:nvSpPr>
          <p:cNvPr id="31" name="Google Shape;31;p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2" name="Google Shape;32;p5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3" name="Google Shape;33;p5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4" name="Google Shape;34;p5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5" name="Google Shape;35;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6" name="Shape 36"/>
        <p:cNvGrpSpPr/>
        <p:nvPr/>
      </p:nvGrpSpPr>
      <p:grpSpPr>
        <a:xfrm>
          <a:off x="0" y="0"/>
          <a:ext cx="0" cy="0"/>
          <a:chOff x="0" y="0"/>
          <a:chExt cx="0" cy="0"/>
        </a:xfrm>
      </p:grpSpPr>
      <p:sp>
        <p:nvSpPr>
          <p:cNvPr id="37" name="Google Shape;37;p5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8" name="Google Shape;38;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9" name="Shape 39"/>
        <p:cNvGrpSpPr/>
        <p:nvPr/>
      </p:nvGrpSpPr>
      <p:grpSpPr>
        <a:xfrm>
          <a:off x="0" y="0"/>
          <a:ext cx="0" cy="0"/>
          <a:chOff x="0" y="0"/>
          <a:chExt cx="0" cy="0"/>
        </a:xfrm>
      </p:grpSpPr>
      <p:sp>
        <p:nvSpPr>
          <p:cNvPr id="40" name="Google Shape;40;p5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1" name="Google Shape;41;p5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2" name="Google Shape;42;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43" name="Shape 43"/>
        <p:cNvGrpSpPr/>
        <p:nvPr/>
      </p:nvGrpSpPr>
      <p:grpSpPr>
        <a:xfrm>
          <a:off x="0" y="0"/>
          <a:ext cx="0" cy="0"/>
          <a:chOff x="0" y="0"/>
          <a:chExt cx="0" cy="0"/>
        </a:xfrm>
      </p:grpSpPr>
      <p:pic>
        <p:nvPicPr>
          <p:cNvPr descr="A close up of a logo&#10;&#10;Description generated with high confidence" id="44" name="Google Shape;44;p56"/>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5" name="Google Shape;45;p56"/>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6" name="Google Shape;46;p56"/>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7" name="Google Shape;47;p56"/>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8" name="Google Shape;48;p56"/>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pic>
        <p:nvPicPr>
          <p:cNvPr id="9" name="Google Shape;9;p46"/>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 Id="rId4" Type="http://schemas.openxmlformats.org/officeDocument/2006/relationships/image" Target="../media/image1.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0.png"/><Relationship Id="rId4" Type="http://schemas.openxmlformats.org/officeDocument/2006/relationships/hyperlink" Target="https://learn.codemithra.com/"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5.jpg"/><Relationship Id="rId4" Type="http://schemas.openxmlformats.org/officeDocument/2006/relationships/image" Target="../media/image17.png"/><Relationship Id="rId5" Type="http://schemas.openxmlformats.org/officeDocument/2006/relationships/image" Target="../media/image12.png"/><Relationship Id="rId6"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4" name="Google Shape;54;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55" name="Google Shape;55;p1"/>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56" name="Google Shape;56;p1"/>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57" name="Google Shape;57;p1"/>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63" name="Google Shape;63;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64" name="Google Shape;64;p2"/>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65" name="Google Shape;65;p2"/>
          <p:cNvSpPr txBox="1"/>
          <p:nvPr/>
        </p:nvSpPr>
        <p:spPr>
          <a:xfrm>
            <a:off x="197275" y="1744672"/>
            <a:ext cx="4690800" cy="1708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500"/>
              <a:buFont typeface="Arial"/>
              <a:buNone/>
            </a:pPr>
            <a:r>
              <a:rPr b="1" i="0" lang="en-IN" sz="3000" u="none" cap="none" strike="noStrike">
                <a:solidFill>
                  <a:schemeClr val="lt1"/>
                </a:solidFill>
                <a:latin typeface="Roboto"/>
                <a:ea typeface="Roboto"/>
                <a:cs typeface="Roboto"/>
                <a:sym typeface="Roboto"/>
              </a:rPr>
              <a:t>DATA ARRANGEMENT</a:t>
            </a:r>
            <a:endParaRPr b="1" i="0" sz="3000" u="none" cap="none" strike="noStrike">
              <a:solidFill>
                <a:schemeClr val="lt1"/>
              </a:solidFill>
              <a:latin typeface="Roboto"/>
              <a:ea typeface="Roboto"/>
              <a:cs typeface="Roboto"/>
              <a:sym typeface="Roboto"/>
            </a:endParaRPr>
          </a:p>
          <a:p>
            <a:pPr indent="0" lvl="0" marL="0" marR="0" rtl="0" algn="ctr">
              <a:lnSpc>
                <a:spcPct val="115000"/>
              </a:lnSpc>
              <a:spcBef>
                <a:spcPts val="0"/>
              </a:spcBef>
              <a:spcAft>
                <a:spcPts val="0"/>
              </a:spcAft>
              <a:buClr>
                <a:srgbClr val="000000"/>
              </a:buClr>
              <a:buSzPts val="3500"/>
              <a:buFont typeface="Arial"/>
              <a:buNone/>
            </a:pPr>
            <a:r>
              <a:rPr b="1" i="0" lang="en-IN" sz="3000" u="none" cap="none" strike="noStrike">
                <a:solidFill>
                  <a:schemeClr val="lt1"/>
                </a:solidFill>
                <a:latin typeface="Roboto"/>
                <a:ea typeface="Roboto"/>
                <a:cs typeface="Roboto"/>
                <a:sym typeface="Roboto"/>
              </a:rPr>
              <a:t>(MULTI-DIMENSIONAL ARRANGEMENT)</a:t>
            </a:r>
            <a:endParaRPr b="1" i="0" sz="30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3248accb153_0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IN" sz="1600">
                <a:solidFill>
                  <a:schemeClr val="dk1"/>
                </a:solidFill>
                <a:highlight>
                  <a:srgbClr val="FFFFFF"/>
                </a:highlight>
                <a:latin typeface="Roboto"/>
                <a:ea typeface="Roboto"/>
                <a:cs typeface="Roboto"/>
                <a:sym typeface="Roboto"/>
              </a:rPr>
              <a:t>QR CODE</a:t>
            </a:r>
            <a:r>
              <a:rPr b="1" lang="en-IN"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IN"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71" name="Google Shape;71;g3248accb153_0_0"/>
          <p:cNvSpPr txBox="1"/>
          <p:nvPr/>
        </p:nvSpPr>
        <p:spPr>
          <a:xfrm>
            <a:off x="577325" y="622125"/>
            <a:ext cx="7786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lang="en-IN" sz="1800">
                <a:latin typeface="Roboto"/>
                <a:ea typeface="Roboto"/>
                <a:cs typeface="Roboto"/>
                <a:sym typeface="Roboto"/>
              </a:rPr>
              <a:t>                                    Test time on :</a:t>
            </a:r>
            <a:r>
              <a:rPr b="1" i="0" lang="en-IN" sz="1800" u="none" cap="none" strike="noStrike">
                <a:solidFill>
                  <a:srgbClr val="000000"/>
                </a:solidFill>
                <a:latin typeface="Roboto"/>
                <a:ea typeface="Roboto"/>
                <a:cs typeface="Roboto"/>
                <a:sym typeface="Roboto"/>
              </a:rPr>
              <a:t> DATA ARRANGEMENT</a:t>
            </a:r>
            <a:endParaRPr b="1" i="0" sz="1800" u="none" cap="none" strike="noStrike">
              <a:solidFill>
                <a:srgbClr val="000000"/>
              </a:solidFill>
              <a:latin typeface="Roboto"/>
              <a:ea typeface="Roboto"/>
              <a:cs typeface="Roboto"/>
              <a:sym typeface="Roboto"/>
            </a:endParaRPr>
          </a:p>
        </p:txBody>
      </p:sp>
      <p:sp>
        <p:nvSpPr>
          <p:cNvPr id="72" name="Google Shape;72;g3248accb153_0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73" name="Google Shape;73;g3248accb153_0_0"/>
          <p:cNvPicPr preferRelativeResize="0"/>
          <p:nvPr/>
        </p:nvPicPr>
        <p:blipFill>
          <a:blip r:embed="rId3">
            <a:alphaModFix/>
          </a:blip>
          <a:stretch>
            <a:fillRect/>
          </a:stretch>
        </p:blipFill>
        <p:spPr>
          <a:xfrm>
            <a:off x="3252788" y="1952625"/>
            <a:ext cx="2638425" cy="2609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g3215a255e14_0_0"/>
          <p:cNvSpPr txBox="1"/>
          <p:nvPr/>
        </p:nvSpPr>
        <p:spPr>
          <a:xfrm>
            <a:off x="2779775" y="401650"/>
            <a:ext cx="3912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DIRECTION-1 TO 5 QUESTION</a:t>
            </a:r>
            <a:endParaRPr b="1" i="0" sz="2000" u="none" cap="none" strike="noStrike">
              <a:solidFill>
                <a:srgbClr val="8182EF"/>
              </a:solidFill>
              <a:latin typeface="Roboto"/>
              <a:ea typeface="Roboto"/>
              <a:cs typeface="Roboto"/>
              <a:sym typeface="Roboto"/>
            </a:endParaRPr>
          </a:p>
        </p:txBody>
      </p:sp>
      <p:sp>
        <p:nvSpPr>
          <p:cNvPr id="79" name="Google Shape;79;g3215a255e14_0_0"/>
          <p:cNvSpPr txBox="1"/>
          <p:nvPr/>
        </p:nvSpPr>
        <p:spPr>
          <a:xfrm>
            <a:off x="228600" y="914400"/>
            <a:ext cx="8706300" cy="2795100"/>
          </a:xfrm>
          <a:prstGeom prst="rect">
            <a:avLst/>
          </a:prstGeom>
          <a:noFill/>
          <a:ln>
            <a:noFill/>
          </a:ln>
        </p:spPr>
        <p:txBody>
          <a:bodyPr anchorCtr="0" anchor="t" bIns="91425" lIns="91425" spcFirstLastPara="1" rIns="91425" wrap="square" tIns="91425">
            <a:spAutoFit/>
          </a:bodyPr>
          <a:lstStyle/>
          <a:p>
            <a:pPr indent="0" lvl="0" marL="0" marR="0" rtl="0" algn="l">
              <a:lnSpc>
                <a:spcPct val="120000"/>
              </a:lnSpc>
              <a:spcBef>
                <a:spcPts val="0"/>
              </a:spcBef>
              <a:spcAft>
                <a:spcPts val="0"/>
              </a:spcAft>
              <a:buClr>
                <a:srgbClr val="000000"/>
              </a:buClr>
              <a:buSzPts val="1600"/>
              <a:buFont typeface="Arial"/>
              <a:buNone/>
            </a:pPr>
            <a:r>
              <a:rPr b="1" i="0" lang="en-IN" sz="1600" u="none" cap="none" strike="noStrike">
                <a:solidFill>
                  <a:schemeClr val="dk1"/>
                </a:solidFill>
                <a:latin typeface="Arial"/>
                <a:ea typeface="Arial"/>
                <a:cs typeface="Arial"/>
                <a:sym typeface="Arial"/>
              </a:rPr>
              <a:t>Direction: Study the following information carefully to answer these questions.</a:t>
            </a:r>
            <a:endParaRPr b="1" i="0" sz="1600" u="none" cap="none" strike="noStrike">
              <a:solidFill>
                <a:schemeClr val="dk1"/>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600"/>
              <a:buFont typeface="Arial"/>
              <a:buNone/>
            </a:pPr>
            <a:r>
              <a:rPr b="1" i="0" lang="en-IN" sz="1600" u="none" cap="none" strike="noStrike">
                <a:solidFill>
                  <a:schemeClr val="dk1"/>
                </a:solidFill>
                <a:latin typeface="Arial"/>
                <a:ea typeface="Arial"/>
                <a:cs typeface="Arial"/>
                <a:sym typeface="Arial"/>
              </a:rPr>
              <a:t>A, B, C, D, E, F </a:t>
            </a:r>
            <a:r>
              <a:rPr b="0" i="0" lang="en-IN" sz="1600" u="none" cap="none" strike="noStrike">
                <a:solidFill>
                  <a:schemeClr val="dk1"/>
                </a:solidFill>
                <a:latin typeface="Arial"/>
                <a:ea typeface="Arial"/>
                <a:cs typeface="Arial"/>
                <a:sym typeface="Arial"/>
              </a:rPr>
              <a:t>and </a:t>
            </a:r>
            <a:r>
              <a:rPr b="1" i="0" lang="en-IN" sz="1600" u="none" cap="none" strike="noStrike">
                <a:solidFill>
                  <a:schemeClr val="dk1"/>
                </a:solidFill>
                <a:latin typeface="Arial"/>
                <a:ea typeface="Arial"/>
                <a:cs typeface="Arial"/>
                <a:sym typeface="Arial"/>
              </a:rPr>
              <a:t>G</a:t>
            </a:r>
            <a:r>
              <a:rPr b="0" i="0" lang="en-IN" sz="1600" u="none" cap="none" strike="noStrike">
                <a:solidFill>
                  <a:schemeClr val="dk1"/>
                </a:solidFill>
                <a:latin typeface="Arial"/>
                <a:ea typeface="Arial"/>
                <a:cs typeface="Arial"/>
                <a:sym typeface="Arial"/>
              </a:rPr>
              <a:t> are members of a sports club and have liking for different games, viz </a:t>
            </a:r>
            <a:r>
              <a:rPr b="1" i="0" lang="en-IN" sz="1600" u="none" cap="none" strike="noStrike">
                <a:solidFill>
                  <a:schemeClr val="dk1"/>
                </a:solidFill>
                <a:latin typeface="Arial"/>
                <a:ea typeface="Arial"/>
                <a:cs typeface="Arial"/>
                <a:sym typeface="Arial"/>
              </a:rPr>
              <a:t>Carrom, Table Tennis, Badminton, Bridge, Hockey, Football and Lawn Tennis</a:t>
            </a:r>
            <a:r>
              <a:rPr b="0" i="0" lang="en-IN" sz="1600" u="none" cap="none" strike="noStrike">
                <a:solidFill>
                  <a:schemeClr val="dk1"/>
                </a:solidFill>
                <a:latin typeface="Arial"/>
                <a:ea typeface="Arial"/>
                <a:cs typeface="Arial"/>
                <a:sym typeface="Arial"/>
              </a:rPr>
              <a:t> but not necessarily in the same order. Each one of them has a liking for different musical instruments, viz </a:t>
            </a:r>
            <a:r>
              <a:rPr b="1" i="0" lang="en-IN" sz="1600" u="none" cap="none" strike="noStrike">
                <a:solidFill>
                  <a:schemeClr val="dk1"/>
                </a:solidFill>
                <a:latin typeface="Arial"/>
                <a:ea typeface="Arial"/>
                <a:cs typeface="Arial"/>
                <a:sym typeface="Arial"/>
              </a:rPr>
              <a:t>Sitar, Guitar, Harmonium, Flute, Tabla, Banjo and Santoor,</a:t>
            </a:r>
            <a:r>
              <a:rPr b="0" i="0" lang="en-IN" sz="1600" u="none" cap="none" strike="noStrike">
                <a:solidFill>
                  <a:schemeClr val="dk1"/>
                </a:solidFill>
                <a:latin typeface="Arial"/>
                <a:ea typeface="Arial"/>
                <a:cs typeface="Arial"/>
                <a:sym typeface="Arial"/>
              </a:rPr>
              <a:t> not necessarily in the same order. </a:t>
            </a:r>
            <a:r>
              <a:rPr b="1" i="0" lang="en-IN" sz="1600" u="none" cap="none" strike="noStrike">
                <a:solidFill>
                  <a:schemeClr val="dk1"/>
                </a:solidFill>
                <a:latin typeface="Arial"/>
                <a:ea typeface="Arial"/>
                <a:cs typeface="Arial"/>
                <a:sym typeface="Arial"/>
              </a:rPr>
              <a:t>B</a:t>
            </a:r>
            <a:r>
              <a:rPr b="0" i="0" lang="en-IN" sz="1600" u="none" cap="none" strike="noStrike">
                <a:solidFill>
                  <a:schemeClr val="dk1"/>
                </a:solidFill>
                <a:latin typeface="Arial"/>
                <a:ea typeface="Arial"/>
                <a:cs typeface="Arial"/>
                <a:sym typeface="Arial"/>
              </a:rPr>
              <a:t> likes Carrom and Banjo.</a:t>
            </a:r>
            <a:r>
              <a:rPr b="1" i="0" lang="en-IN" sz="1600" u="none" cap="none" strike="noStrike">
                <a:solidFill>
                  <a:schemeClr val="dk1"/>
                </a:solidFill>
                <a:latin typeface="Arial"/>
                <a:ea typeface="Arial"/>
                <a:cs typeface="Arial"/>
                <a:sym typeface="Arial"/>
              </a:rPr>
              <a:t> E</a:t>
            </a:r>
            <a:r>
              <a:rPr b="0" i="0" lang="en-IN" sz="1600" u="none" cap="none" strike="noStrike">
                <a:solidFill>
                  <a:schemeClr val="dk1"/>
                </a:solidFill>
                <a:latin typeface="Arial"/>
                <a:ea typeface="Arial"/>
                <a:cs typeface="Arial"/>
                <a:sym typeface="Arial"/>
              </a:rPr>
              <a:t> likes to play Bridge but not Harmonium or Tabla. The one who plays Hockey plays Sitar. </a:t>
            </a:r>
            <a:r>
              <a:rPr b="1" i="0" lang="en-IN" sz="1600" u="none" cap="none" strike="noStrike">
                <a:solidFill>
                  <a:schemeClr val="dk1"/>
                </a:solidFill>
                <a:latin typeface="Arial"/>
                <a:ea typeface="Arial"/>
                <a:cs typeface="Arial"/>
                <a:sym typeface="Arial"/>
              </a:rPr>
              <a:t>F</a:t>
            </a:r>
            <a:r>
              <a:rPr b="0" i="0" lang="en-IN" sz="1600" u="none" cap="none" strike="noStrike">
                <a:solidFill>
                  <a:schemeClr val="dk1"/>
                </a:solidFill>
                <a:latin typeface="Arial"/>
                <a:ea typeface="Arial"/>
                <a:cs typeface="Arial"/>
                <a:sym typeface="Arial"/>
              </a:rPr>
              <a:t> plays Guitar but not Table Tennis or Lawn Tennis. </a:t>
            </a:r>
            <a:r>
              <a:rPr b="1" i="0" lang="en-IN" sz="1600" u="none" cap="none" strike="noStrike">
                <a:solidFill>
                  <a:schemeClr val="dk1"/>
                </a:solidFill>
                <a:latin typeface="Arial"/>
                <a:ea typeface="Arial"/>
                <a:cs typeface="Arial"/>
                <a:sym typeface="Arial"/>
              </a:rPr>
              <a:t>A</a:t>
            </a:r>
            <a:r>
              <a:rPr b="0" i="0" lang="en-IN" sz="1600" u="none" cap="none" strike="noStrike">
                <a:solidFill>
                  <a:schemeClr val="dk1"/>
                </a:solidFill>
                <a:latin typeface="Arial"/>
                <a:ea typeface="Arial"/>
                <a:cs typeface="Arial"/>
                <a:sym typeface="Arial"/>
              </a:rPr>
              <a:t> plays badminton and Flute. The one who plays Lawn Tennis does not play Tabla. </a:t>
            </a:r>
            <a:r>
              <a:rPr b="1" i="0" lang="en-IN" sz="1600" u="none" cap="none" strike="noStrike">
                <a:solidFill>
                  <a:schemeClr val="dk1"/>
                </a:solidFill>
                <a:latin typeface="Arial"/>
                <a:ea typeface="Arial"/>
                <a:cs typeface="Arial"/>
                <a:sym typeface="Arial"/>
              </a:rPr>
              <a:t>C</a:t>
            </a:r>
            <a:r>
              <a:rPr b="0" i="0" lang="en-IN" sz="1600" u="none" cap="none" strike="noStrike">
                <a:solidFill>
                  <a:schemeClr val="dk1"/>
                </a:solidFill>
                <a:latin typeface="Arial"/>
                <a:ea typeface="Arial"/>
                <a:cs typeface="Arial"/>
                <a:sym typeface="Arial"/>
              </a:rPr>
              <a:t> plays Harmonium and </a:t>
            </a:r>
            <a:r>
              <a:rPr b="1" i="0" lang="en-IN" sz="1600" u="none" cap="none" strike="noStrike">
                <a:solidFill>
                  <a:schemeClr val="dk1"/>
                </a:solidFill>
                <a:latin typeface="Arial"/>
                <a:ea typeface="Arial"/>
                <a:cs typeface="Arial"/>
                <a:sym typeface="Arial"/>
              </a:rPr>
              <a:t>G</a:t>
            </a:r>
            <a:r>
              <a:rPr b="0" i="0" lang="en-IN" sz="1600" u="none" cap="none" strike="noStrike">
                <a:solidFill>
                  <a:schemeClr val="dk1"/>
                </a:solidFill>
                <a:latin typeface="Arial"/>
                <a:ea typeface="Arial"/>
                <a:cs typeface="Arial"/>
                <a:sym typeface="Arial"/>
              </a:rPr>
              <a:t> plays Hockey.</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215a2972c9_0_0"/>
          <p:cNvSpPr txBox="1"/>
          <p:nvPr>
            <p:ph idx="1" type="body"/>
          </p:nvPr>
        </p:nvSpPr>
        <p:spPr>
          <a:xfrm>
            <a:off x="262800" y="1058998"/>
            <a:ext cx="8517000" cy="2641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800"/>
              <a:buFont typeface="Arial"/>
              <a:buNone/>
            </a:pPr>
            <a:r>
              <a:rPr lang="en-IN" sz="1600">
                <a:solidFill>
                  <a:schemeClr val="dk1"/>
                </a:solidFill>
              </a:rPr>
              <a:t>D plays which game ? </a:t>
            </a:r>
            <a:endParaRPr sz="1600">
              <a:solidFill>
                <a:schemeClr val="dk1"/>
              </a:solidFill>
            </a:endParaRPr>
          </a:p>
          <a:p>
            <a:pPr indent="0" lvl="0" marL="0" rtl="0" algn="l">
              <a:lnSpc>
                <a:spcPct val="115000"/>
              </a:lnSpc>
              <a:spcBef>
                <a:spcPts val="0"/>
              </a:spcBef>
              <a:spcAft>
                <a:spcPts val="0"/>
              </a:spcAft>
              <a:buClr>
                <a:schemeClr val="dk1"/>
              </a:buClr>
              <a:buSzPts val="1800"/>
              <a:buFont typeface="Arial"/>
              <a:buNone/>
            </a:pPr>
            <a:r>
              <a:t/>
            </a:r>
            <a:endParaRPr sz="1600">
              <a:solidFill>
                <a:schemeClr val="dk1"/>
              </a:solidFill>
            </a:endParaRPr>
          </a:p>
          <a:p>
            <a:pPr indent="-330200" lvl="0" marL="3600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Table Tennis</a:t>
            </a:r>
            <a:endParaRPr sz="1600">
              <a:solidFill>
                <a:schemeClr val="dk1"/>
              </a:solidFill>
            </a:endParaRPr>
          </a:p>
          <a:p>
            <a:pPr indent="-330200" lvl="0" marL="3600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Lawn Tennis</a:t>
            </a:r>
            <a:endParaRPr sz="1600">
              <a:solidFill>
                <a:schemeClr val="dk1"/>
              </a:solidFill>
            </a:endParaRPr>
          </a:p>
          <a:p>
            <a:pPr indent="-330200" lvl="0" marL="3600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Football </a:t>
            </a:r>
            <a:endParaRPr sz="1600">
              <a:solidFill>
                <a:schemeClr val="dk1"/>
              </a:solidFill>
            </a:endParaRPr>
          </a:p>
          <a:p>
            <a:pPr indent="-330200" lvl="0" marL="3600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None of these </a:t>
            </a:r>
            <a:endParaRPr sz="1600">
              <a:solidFill>
                <a:srgbClr val="21242C"/>
              </a:solidFill>
              <a:highlight>
                <a:schemeClr val="lt1"/>
              </a:highlight>
            </a:endParaRPr>
          </a:p>
          <a:p>
            <a:pPr indent="0" lvl="0" marL="45720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85" name="Google Shape;85;g3215a2972c9_0_0"/>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01</a:t>
            </a:r>
            <a:endParaRPr b="1" i="0" sz="2000" u="none" cap="none" strike="noStrike">
              <a:solidFill>
                <a:srgbClr val="8182EF"/>
              </a:solidFill>
              <a:latin typeface="Roboto"/>
              <a:ea typeface="Roboto"/>
              <a:cs typeface="Roboto"/>
              <a:sym typeface="Roboto"/>
            </a:endParaRPr>
          </a:p>
        </p:txBody>
      </p:sp>
      <p:sp>
        <p:nvSpPr>
          <p:cNvPr id="86" name="Google Shape;86;g3215a2972c9_0_0"/>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Arial"/>
                <a:ea typeface="Arial"/>
                <a:cs typeface="Arial"/>
                <a:sym typeface="Arial"/>
              </a:rPr>
              <a:t>Answer : </a:t>
            </a:r>
            <a:r>
              <a:rPr b="1" i="0" lang="en-IN" sz="1600" u="none" cap="none" strike="noStrike">
                <a:solidFill>
                  <a:srgbClr val="000000"/>
                </a:solidFill>
                <a:latin typeface="Arial"/>
                <a:ea typeface="Arial"/>
                <a:cs typeface="Arial"/>
                <a:sym typeface="Arial"/>
              </a:rPr>
              <a:t>A</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
                                            <p:txEl>
                                              <p:pRg end="0" st="0"/>
                                            </p:txEl>
                                          </p:spTgt>
                                        </p:tgtEl>
                                        <p:attrNameLst>
                                          <p:attrName>style.visibility</p:attrName>
                                        </p:attrNameLst>
                                      </p:cBhvr>
                                      <p:to>
                                        <p:strVal val="visible"/>
                                      </p:to>
                                    </p:set>
                                    <p:anim calcmode="lin" valueType="num">
                                      <p:cBhvr additive="base">
                                        <p:cTn dur="500"/>
                                        <p:tgtEl>
                                          <p:spTgt spid="8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
                                            <p:txEl>
                                              <p:pRg end="1" st="1"/>
                                            </p:txEl>
                                          </p:spTgt>
                                        </p:tgtEl>
                                        <p:attrNameLst>
                                          <p:attrName>style.visibility</p:attrName>
                                        </p:attrNameLst>
                                      </p:cBhvr>
                                      <p:to>
                                        <p:strVal val="visible"/>
                                      </p:to>
                                    </p:set>
                                    <p:anim calcmode="lin" valueType="num">
                                      <p:cBhvr additive="base">
                                        <p:cTn dur="500"/>
                                        <p:tgtEl>
                                          <p:spTgt spid="8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
                                            <p:txEl>
                                              <p:pRg end="2" st="2"/>
                                            </p:txEl>
                                          </p:spTgt>
                                        </p:tgtEl>
                                        <p:attrNameLst>
                                          <p:attrName>style.visibility</p:attrName>
                                        </p:attrNameLst>
                                      </p:cBhvr>
                                      <p:to>
                                        <p:strVal val="visible"/>
                                      </p:to>
                                    </p:set>
                                    <p:anim calcmode="lin" valueType="num">
                                      <p:cBhvr additive="base">
                                        <p:cTn dur="500"/>
                                        <p:tgtEl>
                                          <p:spTgt spid="8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
                                            <p:txEl>
                                              <p:pRg end="3" st="3"/>
                                            </p:txEl>
                                          </p:spTgt>
                                        </p:tgtEl>
                                        <p:attrNameLst>
                                          <p:attrName>style.visibility</p:attrName>
                                        </p:attrNameLst>
                                      </p:cBhvr>
                                      <p:to>
                                        <p:strVal val="visible"/>
                                      </p:to>
                                    </p:set>
                                    <p:anim calcmode="lin" valueType="num">
                                      <p:cBhvr additive="base">
                                        <p:cTn dur="500"/>
                                        <p:tgtEl>
                                          <p:spTgt spid="8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
                                            <p:txEl>
                                              <p:pRg end="4" st="4"/>
                                            </p:txEl>
                                          </p:spTgt>
                                        </p:tgtEl>
                                        <p:attrNameLst>
                                          <p:attrName>style.visibility</p:attrName>
                                        </p:attrNameLst>
                                      </p:cBhvr>
                                      <p:to>
                                        <p:strVal val="visible"/>
                                      </p:to>
                                    </p:set>
                                    <p:anim calcmode="lin" valueType="num">
                                      <p:cBhvr additive="base">
                                        <p:cTn dur="500"/>
                                        <p:tgtEl>
                                          <p:spTgt spid="8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
                                            <p:txEl>
                                              <p:pRg end="5" st="5"/>
                                            </p:txEl>
                                          </p:spTgt>
                                        </p:tgtEl>
                                        <p:attrNameLst>
                                          <p:attrName>style.visibility</p:attrName>
                                        </p:attrNameLst>
                                      </p:cBhvr>
                                      <p:to>
                                        <p:strVal val="visible"/>
                                      </p:to>
                                    </p:set>
                                    <p:anim calcmode="lin" valueType="num">
                                      <p:cBhvr additive="base">
                                        <p:cTn dur="500"/>
                                        <p:tgtEl>
                                          <p:spTgt spid="8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
                                            <p:txEl>
                                              <p:pRg end="6" st="6"/>
                                            </p:txEl>
                                          </p:spTgt>
                                        </p:tgtEl>
                                        <p:attrNameLst>
                                          <p:attrName>style.visibility</p:attrName>
                                        </p:attrNameLst>
                                      </p:cBhvr>
                                      <p:to>
                                        <p:strVal val="visible"/>
                                      </p:to>
                                    </p:set>
                                    <p:anim calcmode="lin" valueType="num">
                                      <p:cBhvr additive="base">
                                        <p:cTn dur="500"/>
                                        <p:tgtEl>
                                          <p:spTgt spid="8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0" name="Shape 90"/>
        <p:cNvGrpSpPr/>
        <p:nvPr/>
      </p:nvGrpSpPr>
      <p:grpSpPr>
        <a:xfrm>
          <a:off x="0" y="0"/>
          <a:ext cx="0" cy="0"/>
          <a:chOff x="0" y="0"/>
          <a:chExt cx="0" cy="0"/>
        </a:xfrm>
      </p:grpSpPr>
      <p:sp>
        <p:nvSpPr>
          <p:cNvPr id="91" name="Google Shape;91;g3215a2972c9_0_70"/>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pic>
        <p:nvPicPr>
          <p:cNvPr id="92" name="Google Shape;92;g3215a2972c9_0_70"/>
          <p:cNvPicPr preferRelativeResize="0"/>
          <p:nvPr/>
        </p:nvPicPr>
        <p:blipFill rotWithShape="1">
          <a:blip r:embed="rId3">
            <a:alphaModFix/>
          </a:blip>
          <a:srcRect b="0" l="0" r="0" t="0"/>
          <a:stretch/>
        </p:blipFill>
        <p:spPr>
          <a:xfrm>
            <a:off x="1382725" y="1106175"/>
            <a:ext cx="6768825" cy="3340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215cf837de_0_3"/>
          <p:cNvSpPr txBox="1"/>
          <p:nvPr>
            <p:ph idx="1" type="body"/>
          </p:nvPr>
        </p:nvSpPr>
        <p:spPr>
          <a:xfrm>
            <a:off x="262800" y="1058998"/>
            <a:ext cx="8517000" cy="2641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800"/>
              <a:buFont typeface="Arial"/>
              <a:buNone/>
            </a:pPr>
            <a:r>
              <a:rPr lang="en-IN" sz="1600">
                <a:solidFill>
                  <a:schemeClr val="dk1"/>
                </a:solidFill>
              </a:rPr>
              <a:t>Who plays Santoor ?</a:t>
            </a:r>
            <a:endParaRPr sz="1600">
              <a:solidFill>
                <a:schemeClr val="dk1"/>
              </a:solidFill>
            </a:endParaRPr>
          </a:p>
          <a:p>
            <a:pPr indent="0" lvl="0" marL="0" rtl="0" algn="l">
              <a:lnSpc>
                <a:spcPct val="115000"/>
              </a:lnSpc>
              <a:spcBef>
                <a:spcPts val="0"/>
              </a:spcBef>
              <a:spcAft>
                <a:spcPts val="0"/>
              </a:spcAft>
              <a:buClr>
                <a:schemeClr val="dk1"/>
              </a:buClr>
              <a:buSzPts val="1800"/>
              <a:buFont typeface="Arial"/>
              <a:buNone/>
            </a:pPr>
            <a:r>
              <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D</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A</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E</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D OR E</a:t>
            </a:r>
            <a:endParaRPr sz="1600">
              <a:solidFill>
                <a:schemeClr val="dk1"/>
              </a:solidFill>
            </a:endParaRPr>
          </a:p>
          <a:p>
            <a:pPr indent="0" lvl="0" marL="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98" name="Google Shape;98;g3215cf837de_0_3"/>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02</a:t>
            </a:r>
            <a:endParaRPr b="1" i="0" sz="2000" u="none" cap="none" strike="noStrike">
              <a:solidFill>
                <a:srgbClr val="8182EF"/>
              </a:solidFill>
              <a:latin typeface="Roboto"/>
              <a:ea typeface="Roboto"/>
              <a:cs typeface="Roboto"/>
              <a:sym typeface="Roboto"/>
            </a:endParaRPr>
          </a:p>
        </p:txBody>
      </p:sp>
      <p:sp>
        <p:nvSpPr>
          <p:cNvPr id="99" name="Google Shape;99;g3215cf837de_0_3"/>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Arial"/>
                <a:ea typeface="Arial"/>
                <a:cs typeface="Arial"/>
                <a:sym typeface="Arial"/>
              </a:rPr>
              <a:t>Answer : </a:t>
            </a:r>
            <a:r>
              <a:rPr b="1" i="0" lang="en-IN" sz="1600" u="none" cap="none" strike="noStrike">
                <a:solidFill>
                  <a:srgbClr val="000000"/>
                </a:solidFill>
                <a:latin typeface="Arial"/>
                <a:ea typeface="Arial"/>
                <a:cs typeface="Arial"/>
                <a:sym typeface="Arial"/>
              </a:rPr>
              <a:t>C</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anim calcmode="lin" valueType="num">
                                      <p:cBhvr additive="base">
                                        <p:cTn dur="500"/>
                                        <p:tgtEl>
                                          <p:spTgt spid="9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7">
                                            <p:txEl>
                                              <p:pRg end="1" st="1"/>
                                            </p:txEl>
                                          </p:spTgt>
                                        </p:tgtEl>
                                        <p:attrNameLst>
                                          <p:attrName>style.visibility</p:attrName>
                                        </p:attrNameLst>
                                      </p:cBhvr>
                                      <p:to>
                                        <p:strVal val="visible"/>
                                      </p:to>
                                    </p:set>
                                    <p:anim calcmode="lin" valueType="num">
                                      <p:cBhvr additive="base">
                                        <p:cTn dur="500"/>
                                        <p:tgtEl>
                                          <p:spTgt spid="9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7">
                                            <p:txEl>
                                              <p:pRg end="2" st="2"/>
                                            </p:txEl>
                                          </p:spTgt>
                                        </p:tgtEl>
                                        <p:attrNameLst>
                                          <p:attrName>style.visibility</p:attrName>
                                        </p:attrNameLst>
                                      </p:cBhvr>
                                      <p:to>
                                        <p:strVal val="visible"/>
                                      </p:to>
                                    </p:set>
                                    <p:anim calcmode="lin" valueType="num">
                                      <p:cBhvr additive="base">
                                        <p:cTn dur="500"/>
                                        <p:tgtEl>
                                          <p:spTgt spid="9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7">
                                            <p:txEl>
                                              <p:pRg end="3" st="3"/>
                                            </p:txEl>
                                          </p:spTgt>
                                        </p:tgtEl>
                                        <p:attrNameLst>
                                          <p:attrName>style.visibility</p:attrName>
                                        </p:attrNameLst>
                                      </p:cBhvr>
                                      <p:to>
                                        <p:strVal val="visible"/>
                                      </p:to>
                                    </p:set>
                                    <p:anim calcmode="lin" valueType="num">
                                      <p:cBhvr additive="base">
                                        <p:cTn dur="500"/>
                                        <p:tgtEl>
                                          <p:spTgt spid="9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7">
                                            <p:txEl>
                                              <p:pRg end="4" st="4"/>
                                            </p:txEl>
                                          </p:spTgt>
                                        </p:tgtEl>
                                        <p:attrNameLst>
                                          <p:attrName>style.visibility</p:attrName>
                                        </p:attrNameLst>
                                      </p:cBhvr>
                                      <p:to>
                                        <p:strVal val="visible"/>
                                      </p:to>
                                    </p:set>
                                    <p:anim calcmode="lin" valueType="num">
                                      <p:cBhvr additive="base">
                                        <p:cTn dur="500"/>
                                        <p:tgtEl>
                                          <p:spTgt spid="9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7">
                                            <p:txEl>
                                              <p:pRg end="5" st="5"/>
                                            </p:txEl>
                                          </p:spTgt>
                                        </p:tgtEl>
                                        <p:attrNameLst>
                                          <p:attrName>style.visibility</p:attrName>
                                        </p:attrNameLst>
                                      </p:cBhvr>
                                      <p:to>
                                        <p:strVal val="visible"/>
                                      </p:to>
                                    </p:set>
                                    <p:anim calcmode="lin" valueType="num">
                                      <p:cBhvr additive="base">
                                        <p:cTn dur="500"/>
                                        <p:tgtEl>
                                          <p:spTgt spid="9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7">
                                            <p:txEl>
                                              <p:pRg end="6" st="6"/>
                                            </p:txEl>
                                          </p:spTgt>
                                        </p:tgtEl>
                                        <p:attrNameLst>
                                          <p:attrName>style.visibility</p:attrName>
                                        </p:attrNameLst>
                                      </p:cBhvr>
                                      <p:to>
                                        <p:strVal val="visible"/>
                                      </p:to>
                                    </p:set>
                                    <p:anim calcmode="lin" valueType="num">
                                      <p:cBhvr additive="base">
                                        <p:cTn dur="500"/>
                                        <p:tgtEl>
                                          <p:spTgt spid="9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3" name="Shape 103"/>
        <p:cNvGrpSpPr/>
        <p:nvPr/>
      </p:nvGrpSpPr>
      <p:grpSpPr>
        <a:xfrm>
          <a:off x="0" y="0"/>
          <a:ext cx="0" cy="0"/>
          <a:chOff x="0" y="0"/>
          <a:chExt cx="0" cy="0"/>
        </a:xfrm>
      </p:grpSpPr>
      <p:sp>
        <p:nvSpPr>
          <p:cNvPr id="104" name="Google Shape;104;g3215cf837de_0_87"/>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pic>
        <p:nvPicPr>
          <p:cNvPr id="105" name="Google Shape;105;g3215cf837de_0_87"/>
          <p:cNvPicPr preferRelativeResize="0"/>
          <p:nvPr/>
        </p:nvPicPr>
        <p:blipFill rotWithShape="1">
          <a:blip r:embed="rId3">
            <a:alphaModFix/>
          </a:blip>
          <a:srcRect b="0" l="0" r="0" t="0"/>
          <a:stretch/>
        </p:blipFill>
        <p:spPr>
          <a:xfrm>
            <a:off x="1382725" y="1106175"/>
            <a:ext cx="6768825" cy="3340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215cf837de_0_9"/>
          <p:cNvSpPr txBox="1"/>
          <p:nvPr>
            <p:ph idx="1" type="body"/>
          </p:nvPr>
        </p:nvSpPr>
        <p:spPr>
          <a:xfrm>
            <a:off x="262800" y="1058998"/>
            <a:ext cx="8517000" cy="2641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400"/>
              <a:buFont typeface="Arial"/>
              <a:buNone/>
            </a:pPr>
            <a:r>
              <a:rPr lang="en-IN" sz="1600">
                <a:solidFill>
                  <a:schemeClr val="dk1"/>
                </a:solidFill>
              </a:rPr>
              <a:t>Which of the following combinations of gameperson-musical instrument is definitely correct?</a:t>
            </a:r>
            <a:endParaRPr sz="1600">
              <a:solidFill>
                <a:schemeClr val="dk1"/>
              </a:solidFill>
            </a:endParaRPr>
          </a:p>
          <a:p>
            <a:pPr indent="0" lvl="0" marL="0" rtl="0" algn="l">
              <a:lnSpc>
                <a:spcPct val="115000"/>
              </a:lnSpc>
              <a:spcBef>
                <a:spcPts val="0"/>
              </a:spcBef>
              <a:spcAft>
                <a:spcPts val="0"/>
              </a:spcAft>
              <a:buClr>
                <a:schemeClr val="dk1"/>
              </a:buClr>
              <a:buSzPts val="1400"/>
              <a:buFont typeface="Arial"/>
              <a:buNone/>
            </a:pPr>
            <a:r>
              <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lphaUcPeriod"/>
            </a:pPr>
            <a:r>
              <a:rPr lang="en-IN" sz="1600">
                <a:solidFill>
                  <a:schemeClr val="dk1"/>
                </a:solidFill>
              </a:rPr>
              <a:t>Badminton-B-Flute</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lphaUcPeriod"/>
            </a:pPr>
            <a:r>
              <a:rPr lang="en-IN" sz="1600">
                <a:solidFill>
                  <a:schemeClr val="dk1"/>
                </a:solidFill>
              </a:rPr>
              <a:t>Table Tennis-E-Santoor</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lphaUcPeriod"/>
            </a:pPr>
            <a:r>
              <a:rPr lang="en-IN" sz="1600">
                <a:solidFill>
                  <a:schemeClr val="dk1"/>
                </a:solidFill>
              </a:rPr>
              <a:t>Lawn Tennis-D-Tabla</a:t>
            </a:r>
            <a:endParaRPr sz="1600">
              <a:solidFill>
                <a:schemeClr val="dk1"/>
              </a:solidFill>
            </a:endParaRPr>
          </a:p>
          <a:p>
            <a:pPr indent="-330200" lvl="0" marL="457200" rtl="0" algn="l">
              <a:lnSpc>
                <a:spcPct val="150000"/>
              </a:lnSpc>
              <a:spcBef>
                <a:spcPts val="0"/>
              </a:spcBef>
              <a:spcAft>
                <a:spcPts val="0"/>
              </a:spcAft>
              <a:buClr>
                <a:schemeClr val="dk1"/>
              </a:buClr>
              <a:buSzPts val="1600"/>
              <a:buAutoNum type="alphaUcPeriod"/>
            </a:pPr>
            <a:r>
              <a:rPr lang="en-IN" sz="1600">
                <a:solidFill>
                  <a:schemeClr val="dk1"/>
                </a:solidFill>
              </a:rPr>
              <a:t>None of these</a:t>
            </a:r>
            <a:br>
              <a:rPr lang="en-IN" sz="1600">
                <a:solidFill>
                  <a:schemeClr val="dk1"/>
                </a:solidFill>
              </a:rPr>
            </a:br>
            <a:endParaRPr sz="1600">
              <a:solidFill>
                <a:schemeClr val="dk1"/>
              </a:solidFill>
            </a:endParaRPr>
          </a:p>
        </p:txBody>
      </p:sp>
      <p:sp>
        <p:nvSpPr>
          <p:cNvPr id="111" name="Google Shape;111;g3215cf837de_0_9"/>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03</a:t>
            </a:r>
            <a:endParaRPr b="1" i="0" sz="2000" u="none" cap="none" strike="noStrike">
              <a:solidFill>
                <a:srgbClr val="8182EF"/>
              </a:solidFill>
              <a:latin typeface="Roboto"/>
              <a:ea typeface="Roboto"/>
              <a:cs typeface="Roboto"/>
              <a:sym typeface="Roboto"/>
            </a:endParaRPr>
          </a:p>
        </p:txBody>
      </p:sp>
      <p:sp>
        <p:nvSpPr>
          <p:cNvPr id="112" name="Google Shape;112;g3215cf837de_0_9"/>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Arial"/>
                <a:ea typeface="Arial"/>
                <a:cs typeface="Arial"/>
                <a:sym typeface="Arial"/>
              </a:rPr>
              <a:t>Answer : </a:t>
            </a:r>
            <a:r>
              <a:rPr b="1" i="0" lang="en-IN" sz="1600" u="none" cap="none" strike="noStrike">
                <a:solidFill>
                  <a:srgbClr val="000000"/>
                </a:solidFill>
                <a:latin typeface="Arial"/>
                <a:ea typeface="Arial"/>
                <a:cs typeface="Arial"/>
                <a:sym typeface="Arial"/>
              </a:rPr>
              <a:t>D</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anim calcmode="lin" valueType="num">
                                      <p:cBhvr additive="base">
                                        <p:cTn dur="500"/>
                                        <p:tgtEl>
                                          <p:spTgt spid="11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anim calcmode="lin" valueType="num">
                                      <p:cBhvr additive="base">
                                        <p:cTn dur="500"/>
                                        <p:tgtEl>
                                          <p:spTgt spid="11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anim calcmode="lin" valueType="num">
                                      <p:cBhvr additive="base">
                                        <p:cTn dur="500"/>
                                        <p:tgtEl>
                                          <p:spTgt spid="11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anim calcmode="lin" valueType="num">
                                      <p:cBhvr additive="base">
                                        <p:cTn dur="500"/>
                                        <p:tgtEl>
                                          <p:spTgt spid="11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
                                            <p:txEl>
                                              <p:pRg end="4" st="4"/>
                                            </p:txEl>
                                          </p:spTgt>
                                        </p:tgtEl>
                                        <p:attrNameLst>
                                          <p:attrName>style.visibility</p:attrName>
                                        </p:attrNameLst>
                                      </p:cBhvr>
                                      <p:to>
                                        <p:strVal val="visible"/>
                                      </p:to>
                                    </p:set>
                                    <p:anim calcmode="lin" valueType="num">
                                      <p:cBhvr additive="base">
                                        <p:cTn dur="500"/>
                                        <p:tgtEl>
                                          <p:spTgt spid="11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
                                            <p:txEl>
                                              <p:pRg end="5" st="5"/>
                                            </p:txEl>
                                          </p:spTgt>
                                        </p:tgtEl>
                                        <p:attrNameLst>
                                          <p:attrName>style.visibility</p:attrName>
                                        </p:attrNameLst>
                                      </p:cBhvr>
                                      <p:to>
                                        <p:strVal val="visible"/>
                                      </p:to>
                                    </p:set>
                                    <p:anim calcmode="lin" valueType="num">
                                      <p:cBhvr additive="base">
                                        <p:cTn dur="500"/>
                                        <p:tgtEl>
                                          <p:spTgt spid="11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6" name="Shape 116"/>
        <p:cNvGrpSpPr/>
        <p:nvPr/>
      </p:nvGrpSpPr>
      <p:grpSpPr>
        <a:xfrm>
          <a:off x="0" y="0"/>
          <a:ext cx="0" cy="0"/>
          <a:chOff x="0" y="0"/>
          <a:chExt cx="0" cy="0"/>
        </a:xfrm>
      </p:grpSpPr>
      <p:sp>
        <p:nvSpPr>
          <p:cNvPr id="117" name="Google Shape;117;g3215cf837de_0_92"/>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pic>
        <p:nvPicPr>
          <p:cNvPr id="118" name="Google Shape;118;g3215cf837de_0_92"/>
          <p:cNvPicPr preferRelativeResize="0"/>
          <p:nvPr/>
        </p:nvPicPr>
        <p:blipFill rotWithShape="1">
          <a:blip r:embed="rId3">
            <a:alphaModFix/>
          </a:blip>
          <a:srcRect b="0" l="0" r="0" t="0"/>
          <a:stretch/>
        </p:blipFill>
        <p:spPr>
          <a:xfrm>
            <a:off x="1382725" y="1106175"/>
            <a:ext cx="6768825" cy="3340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215cf837de_0_15"/>
          <p:cNvSpPr txBox="1"/>
          <p:nvPr>
            <p:ph idx="1" type="body"/>
          </p:nvPr>
        </p:nvSpPr>
        <p:spPr>
          <a:xfrm>
            <a:off x="262800" y="1058998"/>
            <a:ext cx="8517000" cy="2641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IN" sz="1600">
                <a:solidFill>
                  <a:schemeClr val="dk1"/>
                </a:solidFill>
              </a:rPr>
              <a:t>Who plays Football?</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C</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D </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G</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F 	</a:t>
            </a:r>
            <a:endParaRPr sz="1600">
              <a:solidFill>
                <a:schemeClr val="dk1"/>
              </a:solidFill>
            </a:endParaRPr>
          </a:p>
          <a:p>
            <a:pPr indent="0" lvl="0" marL="457200" rtl="0" algn="l">
              <a:lnSpc>
                <a:spcPct val="115000"/>
              </a:lnSpc>
              <a:spcBef>
                <a:spcPts val="0"/>
              </a:spcBef>
              <a:spcAft>
                <a:spcPts val="0"/>
              </a:spcAft>
              <a:buSzPts val="1800"/>
              <a:buNone/>
            </a:pPr>
            <a:r>
              <a:t/>
            </a:r>
            <a:endParaRPr sz="1600">
              <a:solidFill>
                <a:schemeClr val="dk1"/>
              </a:solidFill>
            </a:endParaRPr>
          </a:p>
          <a:p>
            <a:pPr indent="0" lvl="0" marL="45720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124" name="Google Shape;124;g3215cf837de_0_15"/>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04</a:t>
            </a:r>
            <a:endParaRPr b="1" i="0" sz="2000" u="none" cap="none" strike="noStrike">
              <a:solidFill>
                <a:srgbClr val="8182EF"/>
              </a:solidFill>
              <a:latin typeface="Roboto"/>
              <a:ea typeface="Roboto"/>
              <a:cs typeface="Roboto"/>
              <a:sym typeface="Roboto"/>
            </a:endParaRPr>
          </a:p>
        </p:txBody>
      </p:sp>
      <p:sp>
        <p:nvSpPr>
          <p:cNvPr id="125" name="Google Shape;125;g3215cf837de_0_15"/>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Arial"/>
                <a:ea typeface="Arial"/>
                <a:cs typeface="Arial"/>
                <a:sym typeface="Arial"/>
              </a:rPr>
              <a:t>Answer : </a:t>
            </a:r>
            <a:r>
              <a:rPr b="1" i="0" lang="en-IN" sz="1600" u="none" cap="none" strike="noStrike">
                <a:solidFill>
                  <a:srgbClr val="000000"/>
                </a:solidFill>
                <a:latin typeface="Arial"/>
                <a:ea typeface="Arial"/>
                <a:cs typeface="Arial"/>
                <a:sym typeface="Arial"/>
              </a:rPr>
              <a:t>D</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anim calcmode="lin" valueType="num">
                                      <p:cBhvr additive="base">
                                        <p:cTn dur="500"/>
                                        <p:tgtEl>
                                          <p:spTgt spid="12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3">
                                            <p:txEl>
                                              <p:pRg end="1" st="1"/>
                                            </p:txEl>
                                          </p:spTgt>
                                        </p:tgtEl>
                                        <p:attrNameLst>
                                          <p:attrName>style.visibility</p:attrName>
                                        </p:attrNameLst>
                                      </p:cBhvr>
                                      <p:to>
                                        <p:strVal val="visible"/>
                                      </p:to>
                                    </p:set>
                                    <p:anim calcmode="lin" valueType="num">
                                      <p:cBhvr additive="base">
                                        <p:cTn dur="500"/>
                                        <p:tgtEl>
                                          <p:spTgt spid="12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3">
                                            <p:txEl>
                                              <p:pRg end="2" st="2"/>
                                            </p:txEl>
                                          </p:spTgt>
                                        </p:tgtEl>
                                        <p:attrNameLst>
                                          <p:attrName>style.visibility</p:attrName>
                                        </p:attrNameLst>
                                      </p:cBhvr>
                                      <p:to>
                                        <p:strVal val="visible"/>
                                      </p:to>
                                    </p:set>
                                    <p:anim calcmode="lin" valueType="num">
                                      <p:cBhvr additive="base">
                                        <p:cTn dur="500"/>
                                        <p:tgtEl>
                                          <p:spTgt spid="12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3">
                                            <p:txEl>
                                              <p:pRg end="3" st="3"/>
                                            </p:txEl>
                                          </p:spTgt>
                                        </p:tgtEl>
                                        <p:attrNameLst>
                                          <p:attrName>style.visibility</p:attrName>
                                        </p:attrNameLst>
                                      </p:cBhvr>
                                      <p:to>
                                        <p:strVal val="visible"/>
                                      </p:to>
                                    </p:set>
                                    <p:anim calcmode="lin" valueType="num">
                                      <p:cBhvr additive="base">
                                        <p:cTn dur="500"/>
                                        <p:tgtEl>
                                          <p:spTgt spid="12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3">
                                            <p:txEl>
                                              <p:pRg end="4" st="4"/>
                                            </p:txEl>
                                          </p:spTgt>
                                        </p:tgtEl>
                                        <p:attrNameLst>
                                          <p:attrName>style.visibility</p:attrName>
                                        </p:attrNameLst>
                                      </p:cBhvr>
                                      <p:to>
                                        <p:strVal val="visible"/>
                                      </p:to>
                                    </p:set>
                                    <p:anim calcmode="lin" valueType="num">
                                      <p:cBhvr additive="base">
                                        <p:cTn dur="500"/>
                                        <p:tgtEl>
                                          <p:spTgt spid="12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3">
                                            <p:txEl>
                                              <p:pRg end="5" st="5"/>
                                            </p:txEl>
                                          </p:spTgt>
                                        </p:tgtEl>
                                        <p:attrNameLst>
                                          <p:attrName>style.visibility</p:attrName>
                                        </p:attrNameLst>
                                      </p:cBhvr>
                                      <p:to>
                                        <p:strVal val="visible"/>
                                      </p:to>
                                    </p:set>
                                    <p:anim calcmode="lin" valueType="num">
                                      <p:cBhvr additive="base">
                                        <p:cTn dur="500"/>
                                        <p:tgtEl>
                                          <p:spTgt spid="12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3">
                                            <p:txEl>
                                              <p:pRg end="6" st="6"/>
                                            </p:txEl>
                                          </p:spTgt>
                                        </p:tgtEl>
                                        <p:attrNameLst>
                                          <p:attrName>style.visibility</p:attrName>
                                        </p:attrNameLst>
                                      </p:cBhvr>
                                      <p:to>
                                        <p:strVal val="visible"/>
                                      </p:to>
                                    </p:set>
                                    <p:anim calcmode="lin" valueType="num">
                                      <p:cBhvr additive="base">
                                        <p:cTn dur="500"/>
                                        <p:tgtEl>
                                          <p:spTgt spid="12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3">
                                            <p:txEl>
                                              <p:pRg end="7" st="7"/>
                                            </p:txEl>
                                          </p:spTgt>
                                        </p:tgtEl>
                                        <p:attrNameLst>
                                          <p:attrName>style.visibility</p:attrName>
                                        </p:attrNameLst>
                                      </p:cBhvr>
                                      <p:to>
                                        <p:strVal val="visible"/>
                                      </p:to>
                                    </p:set>
                                    <p:anim calcmode="lin" valueType="num">
                                      <p:cBhvr additive="base">
                                        <p:cTn dur="500"/>
                                        <p:tgtEl>
                                          <p:spTgt spid="123">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9" name="Shape 129"/>
        <p:cNvGrpSpPr/>
        <p:nvPr/>
      </p:nvGrpSpPr>
      <p:grpSpPr>
        <a:xfrm>
          <a:off x="0" y="0"/>
          <a:ext cx="0" cy="0"/>
          <a:chOff x="0" y="0"/>
          <a:chExt cx="0" cy="0"/>
        </a:xfrm>
      </p:grpSpPr>
      <p:sp>
        <p:nvSpPr>
          <p:cNvPr id="130" name="Google Shape;130;g3215cf837de_0_96"/>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pic>
        <p:nvPicPr>
          <p:cNvPr id="131" name="Google Shape;131;g3215cf837de_0_96"/>
          <p:cNvPicPr preferRelativeResize="0"/>
          <p:nvPr/>
        </p:nvPicPr>
        <p:blipFill rotWithShape="1">
          <a:blip r:embed="rId3">
            <a:alphaModFix/>
          </a:blip>
          <a:srcRect b="0" l="0" r="0" t="0"/>
          <a:stretch/>
        </p:blipFill>
        <p:spPr>
          <a:xfrm>
            <a:off x="1382725" y="1106175"/>
            <a:ext cx="6768825" cy="3340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215cf837de_0_21"/>
          <p:cNvSpPr txBox="1"/>
          <p:nvPr>
            <p:ph idx="1" type="body"/>
          </p:nvPr>
        </p:nvSpPr>
        <p:spPr>
          <a:xfrm>
            <a:off x="262800" y="1058998"/>
            <a:ext cx="8517000" cy="2641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400"/>
              <a:buFont typeface="Arial"/>
              <a:buNone/>
            </a:pPr>
            <a:r>
              <a:rPr lang="en-IN" sz="1600">
                <a:solidFill>
                  <a:schemeClr val="dk1"/>
                </a:solidFill>
              </a:rPr>
              <a:t>Who plays Table Tennis? </a:t>
            </a:r>
            <a:endParaRPr sz="1600">
              <a:solidFill>
                <a:schemeClr val="dk1"/>
              </a:solidFill>
            </a:endParaRPr>
          </a:p>
          <a:p>
            <a:pPr indent="0" lvl="0" marL="0" rtl="0" algn="l">
              <a:lnSpc>
                <a:spcPct val="115000"/>
              </a:lnSpc>
              <a:spcBef>
                <a:spcPts val="0"/>
              </a:spcBef>
              <a:spcAft>
                <a:spcPts val="0"/>
              </a:spcAft>
              <a:buClr>
                <a:schemeClr val="dk1"/>
              </a:buClr>
              <a:buSzPts val="1400"/>
              <a:buFont typeface="Arial"/>
              <a:buNone/>
            </a:pPr>
            <a:r>
              <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C</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F</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D</a:t>
            </a:r>
            <a:endParaRPr sz="1600">
              <a:solidFill>
                <a:schemeClr val="dk1"/>
              </a:solidFill>
            </a:endParaRPr>
          </a:p>
          <a:p>
            <a:pPr indent="0" lvl="0" marL="0" rtl="0" algn="l">
              <a:lnSpc>
                <a:spcPct val="150000"/>
              </a:lnSpc>
              <a:spcBef>
                <a:spcPts val="800"/>
              </a:spcBef>
              <a:spcAft>
                <a:spcPts val="0"/>
              </a:spcAft>
              <a:buSzPts val="1800"/>
              <a:buNone/>
            </a:pPr>
            <a:r>
              <a:rPr lang="en-IN" sz="1600">
                <a:solidFill>
                  <a:schemeClr val="dk1"/>
                </a:solidFill>
              </a:rPr>
              <a:t> D.    A</a:t>
            </a:r>
            <a:br>
              <a:rPr lang="en-IN" sz="1600">
                <a:solidFill>
                  <a:schemeClr val="dk1"/>
                </a:solidFill>
              </a:rPr>
            </a:br>
            <a:endParaRPr sz="1600">
              <a:solidFill>
                <a:schemeClr val="dk1"/>
              </a:solidFill>
            </a:endParaRPr>
          </a:p>
        </p:txBody>
      </p:sp>
      <p:sp>
        <p:nvSpPr>
          <p:cNvPr id="137" name="Google Shape;137;g3215cf837de_0_21"/>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05</a:t>
            </a:r>
            <a:endParaRPr b="1" i="0" sz="2000" u="none" cap="none" strike="noStrike">
              <a:solidFill>
                <a:srgbClr val="8182EF"/>
              </a:solidFill>
              <a:latin typeface="Roboto"/>
              <a:ea typeface="Roboto"/>
              <a:cs typeface="Roboto"/>
              <a:sym typeface="Roboto"/>
            </a:endParaRPr>
          </a:p>
        </p:txBody>
      </p:sp>
      <p:sp>
        <p:nvSpPr>
          <p:cNvPr id="138" name="Google Shape;138;g3215cf837de_0_21"/>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Arial"/>
                <a:ea typeface="Arial"/>
                <a:cs typeface="Arial"/>
                <a:sym typeface="Arial"/>
              </a:rPr>
              <a:t>Answer : </a:t>
            </a:r>
            <a:r>
              <a:rPr b="1" i="0" lang="en-IN" sz="1600" u="none" cap="none" strike="noStrike">
                <a:solidFill>
                  <a:srgbClr val="000000"/>
                </a:solidFill>
                <a:latin typeface="Arial"/>
                <a:ea typeface="Arial"/>
                <a:cs typeface="Arial"/>
                <a:sym typeface="Arial"/>
              </a:rPr>
              <a:t>C</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anim calcmode="lin" valueType="num">
                                      <p:cBhvr additive="base">
                                        <p:cTn dur="500"/>
                                        <p:tgtEl>
                                          <p:spTgt spid="13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anim calcmode="lin" valueType="num">
                                      <p:cBhvr additive="base">
                                        <p:cTn dur="500"/>
                                        <p:tgtEl>
                                          <p:spTgt spid="13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anim calcmode="lin" valueType="num">
                                      <p:cBhvr additive="base">
                                        <p:cTn dur="500"/>
                                        <p:tgtEl>
                                          <p:spTgt spid="13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anim calcmode="lin" valueType="num">
                                      <p:cBhvr additive="base">
                                        <p:cTn dur="500"/>
                                        <p:tgtEl>
                                          <p:spTgt spid="13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anim calcmode="lin" valueType="num">
                                      <p:cBhvr additive="base">
                                        <p:cTn dur="500"/>
                                        <p:tgtEl>
                                          <p:spTgt spid="13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6">
                                            <p:txEl>
                                              <p:pRg end="5" st="5"/>
                                            </p:txEl>
                                          </p:spTgt>
                                        </p:tgtEl>
                                        <p:attrNameLst>
                                          <p:attrName>style.visibility</p:attrName>
                                        </p:attrNameLst>
                                      </p:cBhvr>
                                      <p:to>
                                        <p:strVal val="visible"/>
                                      </p:to>
                                    </p:set>
                                    <p:anim calcmode="lin" valueType="num">
                                      <p:cBhvr additive="base">
                                        <p:cTn dur="500"/>
                                        <p:tgtEl>
                                          <p:spTgt spid="13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2" name="Shape 142"/>
        <p:cNvGrpSpPr/>
        <p:nvPr/>
      </p:nvGrpSpPr>
      <p:grpSpPr>
        <a:xfrm>
          <a:off x="0" y="0"/>
          <a:ext cx="0" cy="0"/>
          <a:chOff x="0" y="0"/>
          <a:chExt cx="0" cy="0"/>
        </a:xfrm>
      </p:grpSpPr>
      <p:sp>
        <p:nvSpPr>
          <p:cNvPr id="143" name="Google Shape;143;g3215cf837de_0_100"/>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pic>
        <p:nvPicPr>
          <p:cNvPr id="144" name="Google Shape;144;g3215cf837de_0_100"/>
          <p:cNvPicPr preferRelativeResize="0"/>
          <p:nvPr/>
        </p:nvPicPr>
        <p:blipFill rotWithShape="1">
          <a:blip r:embed="rId3">
            <a:alphaModFix/>
          </a:blip>
          <a:srcRect b="0" l="0" r="0" t="0"/>
          <a:stretch/>
        </p:blipFill>
        <p:spPr>
          <a:xfrm>
            <a:off x="1382725" y="1106175"/>
            <a:ext cx="6768825" cy="3340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215cf837de_0_148"/>
          <p:cNvSpPr txBox="1"/>
          <p:nvPr/>
        </p:nvSpPr>
        <p:spPr>
          <a:xfrm>
            <a:off x="2779775" y="401650"/>
            <a:ext cx="3912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DIRECTION-6 TO 8  QUESTION</a:t>
            </a:r>
            <a:endParaRPr b="1" i="0" sz="2000" u="none" cap="none" strike="noStrike">
              <a:solidFill>
                <a:srgbClr val="8182EF"/>
              </a:solidFill>
              <a:latin typeface="Roboto"/>
              <a:ea typeface="Roboto"/>
              <a:cs typeface="Roboto"/>
              <a:sym typeface="Roboto"/>
            </a:endParaRPr>
          </a:p>
        </p:txBody>
      </p:sp>
      <p:sp>
        <p:nvSpPr>
          <p:cNvPr id="150" name="Google Shape;150;g3215cf837de_0_148"/>
          <p:cNvSpPr txBox="1"/>
          <p:nvPr/>
        </p:nvSpPr>
        <p:spPr>
          <a:xfrm>
            <a:off x="228600" y="914400"/>
            <a:ext cx="8706300" cy="2413500"/>
          </a:xfrm>
          <a:prstGeom prst="rect">
            <a:avLst/>
          </a:prstGeom>
          <a:noFill/>
          <a:ln>
            <a:noFill/>
          </a:ln>
        </p:spPr>
        <p:txBody>
          <a:bodyPr anchorCtr="0" anchor="t" bIns="91425" lIns="91425" spcFirstLastPara="1" rIns="91425" wrap="square" tIns="91425">
            <a:spAutoFit/>
          </a:bodyPr>
          <a:lstStyle/>
          <a:p>
            <a:pPr indent="0" lvl="0" marL="114300" marR="0" rtl="0" algn="l">
              <a:lnSpc>
                <a:spcPct val="115000"/>
              </a:lnSpc>
              <a:spcBef>
                <a:spcPts val="0"/>
              </a:spcBef>
              <a:spcAft>
                <a:spcPts val="0"/>
              </a:spcAft>
              <a:buClr>
                <a:schemeClr val="dk1"/>
              </a:buClr>
              <a:buSzPts val="1100"/>
              <a:buFont typeface="Arial"/>
              <a:buNone/>
            </a:pPr>
            <a:r>
              <a:rPr b="1" i="0" lang="en-IN" sz="1600" u="none" cap="none" strike="noStrike">
                <a:solidFill>
                  <a:schemeClr val="dk1"/>
                </a:solidFill>
                <a:latin typeface="Arial"/>
                <a:ea typeface="Arial"/>
                <a:cs typeface="Arial"/>
                <a:sym typeface="Arial"/>
              </a:rPr>
              <a:t>Direction: Study the following information carefully and answer these questions.</a:t>
            </a:r>
            <a:endParaRPr b="1" i="0" sz="1600" u="none" cap="none" strike="noStrike">
              <a:solidFill>
                <a:schemeClr val="dk1"/>
              </a:solidFill>
              <a:latin typeface="Arial"/>
              <a:ea typeface="Arial"/>
              <a:cs typeface="Arial"/>
              <a:sym typeface="Arial"/>
            </a:endParaRPr>
          </a:p>
          <a:p>
            <a:pPr indent="0" lvl="0" marL="114300" marR="0" rtl="0" algn="l">
              <a:lnSpc>
                <a:spcPct val="115000"/>
              </a:lnSpc>
              <a:spcBef>
                <a:spcPts val="0"/>
              </a:spcBef>
              <a:spcAft>
                <a:spcPts val="0"/>
              </a:spcAft>
              <a:buClr>
                <a:schemeClr val="dk1"/>
              </a:buClr>
              <a:buSzPts val="1100"/>
              <a:buFont typeface="Arial"/>
              <a:buNone/>
            </a:pPr>
            <a:r>
              <a:rPr b="1" i="0" lang="en-IN" sz="1600" u="none" cap="none" strike="noStrike">
                <a:solidFill>
                  <a:schemeClr val="dk1"/>
                </a:solidFill>
                <a:latin typeface="Arial"/>
                <a:ea typeface="Arial"/>
                <a:cs typeface="Arial"/>
                <a:sym typeface="Arial"/>
              </a:rPr>
              <a:t>P, Q, R, S, T, W</a:t>
            </a:r>
            <a:r>
              <a:rPr b="0" i="0" lang="en-IN" sz="1600" u="none" cap="none" strike="noStrike">
                <a:solidFill>
                  <a:schemeClr val="dk1"/>
                </a:solidFill>
                <a:latin typeface="Arial"/>
                <a:ea typeface="Arial"/>
                <a:cs typeface="Arial"/>
                <a:sym typeface="Arial"/>
              </a:rPr>
              <a:t> and </a:t>
            </a:r>
            <a:r>
              <a:rPr b="1" i="0" lang="en-IN" sz="1600" u="none" cap="none" strike="noStrike">
                <a:solidFill>
                  <a:schemeClr val="dk1"/>
                </a:solidFill>
                <a:latin typeface="Arial"/>
                <a:ea typeface="Arial"/>
                <a:cs typeface="Arial"/>
                <a:sym typeface="Arial"/>
              </a:rPr>
              <a:t>Z</a:t>
            </a:r>
            <a:r>
              <a:rPr b="0" i="0" lang="en-IN" sz="1600" u="none" cap="none" strike="noStrike">
                <a:solidFill>
                  <a:schemeClr val="dk1"/>
                </a:solidFill>
                <a:latin typeface="Arial"/>
                <a:ea typeface="Arial"/>
                <a:cs typeface="Arial"/>
                <a:sym typeface="Arial"/>
              </a:rPr>
              <a:t> are seven students studying in three different institutes – </a:t>
            </a:r>
            <a:r>
              <a:rPr b="1" i="0" lang="en-IN" sz="1600" u="none" cap="none" strike="noStrike">
                <a:solidFill>
                  <a:schemeClr val="dk1"/>
                </a:solidFill>
                <a:latin typeface="Arial"/>
                <a:ea typeface="Arial"/>
                <a:cs typeface="Arial"/>
                <a:sym typeface="Arial"/>
              </a:rPr>
              <a:t>A, B</a:t>
            </a:r>
            <a:r>
              <a:rPr b="0" i="0" lang="en-IN" sz="1600" u="none" cap="none" strike="noStrike">
                <a:solidFill>
                  <a:schemeClr val="dk1"/>
                </a:solidFill>
                <a:latin typeface="Arial"/>
                <a:ea typeface="Arial"/>
                <a:cs typeface="Arial"/>
                <a:sym typeface="Arial"/>
              </a:rPr>
              <a:t> and </a:t>
            </a:r>
            <a:r>
              <a:rPr b="1" i="0" lang="en-IN" sz="1600" u="none" cap="none" strike="noStrike">
                <a:solidFill>
                  <a:schemeClr val="dk1"/>
                </a:solidFill>
                <a:latin typeface="Arial"/>
                <a:ea typeface="Arial"/>
                <a:cs typeface="Arial"/>
                <a:sym typeface="Arial"/>
              </a:rPr>
              <a:t>C</a:t>
            </a:r>
            <a:r>
              <a:rPr b="0" i="0" lang="en-IN" sz="1600" u="none" cap="none" strike="noStrike">
                <a:solidFill>
                  <a:schemeClr val="dk1"/>
                </a:solidFill>
                <a:latin typeface="Arial"/>
                <a:ea typeface="Arial"/>
                <a:cs typeface="Arial"/>
                <a:sym typeface="Arial"/>
              </a:rPr>
              <a:t>. There are three girls among the seven students who study in each of the three institutes. Two of the seven students study BCA, two study medicine and one each studies Aviation Technology, Journalism and MBA. </a:t>
            </a:r>
            <a:r>
              <a:rPr b="1" i="0" lang="en-IN" sz="1600" u="none" cap="none" strike="noStrike">
                <a:solidFill>
                  <a:schemeClr val="dk1"/>
                </a:solidFill>
                <a:latin typeface="Arial"/>
                <a:ea typeface="Arial"/>
                <a:cs typeface="Arial"/>
                <a:sym typeface="Arial"/>
              </a:rPr>
              <a:t>R</a:t>
            </a:r>
            <a:r>
              <a:rPr b="0" i="0" lang="en-IN" sz="1600" u="none" cap="none" strike="noStrike">
                <a:solidFill>
                  <a:schemeClr val="dk1"/>
                </a:solidFill>
                <a:latin typeface="Arial"/>
                <a:ea typeface="Arial"/>
                <a:cs typeface="Arial"/>
                <a:sym typeface="Arial"/>
              </a:rPr>
              <a:t> studies in the same college as</a:t>
            </a:r>
            <a:r>
              <a:rPr b="1" i="0" lang="en-IN" sz="1600" u="none" cap="none" strike="noStrike">
                <a:solidFill>
                  <a:schemeClr val="dk1"/>
                </a:solidFill>
                <a:latin typeface="Arial"/>
                <a:ea typeface="Arial"/>
                <a:cs typeface="Arial"/>
                <a:sym typeface="Arial"/>
              </a:rPr>
              <a:t> P</a:t>
            </a:r>
            <a:r>
              <a:rPr b="0" i="0" lang="en-IN" sz="1600" u="none" cap="none" strike="noStrike">
                <a:solidFill>
                  <a:schemeClr val="dk1"/>
                </a:solidFill>
                <a:latin typeface="Arial"/>
                <a:ea typeface="Arial"/>
                <a:cs typeface="Arial"/>
                <a:sym typeface="Arial"/>
              </a:rPr>
              <a:t>, who studies MBA in college </a:t>
            </a:r>
            <a:r>
              <a:rPr b="1" i="0" lang="en-IN" sz="1600" u="none" cap="none" strike="noStrike">
                <a:solidFill>
                  <a:schemeClr val="dk1"/>
                </a:solidFill>
                <a:latin typeface="Arial"/>
                <a:ea typeface="Arial"/>
                <a:cs typeface="Arial"/>
                <a:sym typeface="Arial"/>
              </a:rPr>
              <a:t>B</a:t>
            </a:r>
            <a:r>
              <a:rPr b="0" i="0" lang="en-IN" sz="1600" u="none" cap="none" strike="noStrike">
                <a:solidFill>
                  <a:schemeClr val="dk1"/>
                </a:solidFill>
                <a:latin typeface="Arial"/>
                <a:ea typeface="Arial"/>
                <a:cs typeface="Arial"/>
                <a:sym typeface="Arial"/>
              </a:rPr>
              <a:t>. No girl studies Journalism or MBA. </a:t>
            </a:r>
            <a:r>
              <a:rPr b="1" i="0" lang="en-IN" sz="1600" u="none" cap="none" strike="noStrike">
                <a:solidFill>
                  <a:schemeClr val="dk1"/>
                </a:solidFill>
                <a:latin typeface="Arial"/>
                <a:ea typeface="Arial"/>
                <a:cs typeface="Arial"/>
                <a:sym typeface="Arial"/>
              </a:rPr>
              <a:t>T</a:t>
            </a:r>
            <a:r>
              <a:rPr b="0" i="0" lang="en-IN" sz="1600" u="none" cap="none" strike="noStrike">
                <a:solidFill>
                  <a:schemeClr val="dk1"/>
                </a:solidFill>
                <a:latin typeface="Arial"/>
                <a:ea typeface="Arial"/>
                <a:cs typeface="Arial"/>
                <a:sym typeface="Arial"/>
              </a:rPr>
              <a:t> studies BCA in college </a:t>
            </a:r>
            <a:r>
              <a:rPr b="1" i="0" lang="en-IN" sz="1600" u="none" cap="none" strike="noStrike">
                <a:solidFill>
                  <a:schemeClr val="dk1"/>
                </a:solidFill>
                <a:latin typeface="Arial"/>
                <a:ea typeface="Arial"/>
                <a:cs typeface="Arial"/>
                <a:sym typeface="Arial"/>
              </a:rPr>
              <a:t>A</a:t>
            </a:r>
            <a:r>
              <a:rPr b="0" i="0" lang="en-IN" sz="1600" u="none" cap="none" strike="noStrike">
                <a:solidFill>
                  <a:schemeClr val="dk1"/>
                </a:solidFill>
                <a:latin typeface="Arial"/>
                <a:ea typeface="Arial"/>
                <a:cs typeface="Arial"/>
                <a:sym typeface="Arial"/>
              </a:rPr>
              <a:t> and his brother </a:t>
            </a:r>
            <a:r>
              <a:rPr b="1" i="0" lang="en-IN" sz="1600" u="none" cap="none" strike="noStrike">
                <a:solidFill>
                  <a:schemeClr val="dk1"/>
                </a:solidFill>
                <a:latin typeface="Arial"/>
                <a:ea typeface="Arial"/>
                <a:cs typeface="Arial"/>
                <a:sym typeface="Arial"/>
              </a:rPr>
              <a:t>W</a:t>
            </a:r>
            <a:r>
              <a:rPr b="0" i="0" lang="en-IN" sz="1600" u="none" cap="none" strike="noStrike">
                <a:solidFill>
                  <a:schemeClr val="dk1"/>
                </a:solidFill>
                <a:latin typeface="Arial"/>
                <a:ea typeface="Arial"/>
                <a:cs typeface="Arial"/>
                <a:sym typeface="Arial"/>
              </a:rPr>
              <a:t> studies Aviation Technology in college </a:t>
            </a:r>
            <a:r>
              <a:rPr b="1" i="0" lang="en-IN" sz="1600" u="none" cap="none" strike="noStrike">
                <a:solidFill>
                  <a:schemeClr val="dk1"/>
                </a:solidFill>
                <a:latin typeface="Arial"/>
                <a:ea typeface="Arial"/>
                <a:cs typeface="Arial"/>
                <a:sym typeface="Arial"/>
              </a:rPr>
              <a:t>C</a:t>
            </a:r>
            <a:r>
              <a:rPr b="0" i="0" lang="en-IN" sz="1600" u="none" cap="none" strike="noStrike">
                <a:solidFill>
                  <a:schemeClr val="dk1"/>
                </a:solidFill>
                <a:latin typeface="Arial"/>
                <a:ea typeface="Arial"/>
                <a:cs typeface="Arial"/>
                <a:sym typeface="Arial"/>
              </a:rPr>
              <a:t>. </a:t>
            </a:r>
            <a:r>
              <a:rPr b="1" i="0" lang="en-IN" sz="1600" u="none" cap="none" strike="noStrike">
                <a:solidFill>
                  <a:schemeClr val="dk1"/>
                </a:solidFill>
                <a:latin typeface="Arial"/>
                <a:ea typeface="Arial"/>
                <a:cs typeface="Arial"/>
                <a:sym typeface="Arial"/>
              </a:rPr>
              <a:t>S</a:t>
            </a:r>
            <a:r>
              <a:rPr b="0" i="0" lang="en-IN" sz="1600" u="none" cap="none" strike="noStrike">
                <a:solidFill>
                  <a:schemeClr val="dk1"/>
                </a:solidFill>
                <a:latin typeface="Arial"/>
                <a:ea typeface="Arial"/>
                <a:cs typeface="Arial"/>
                <a:sym typeface="Arial"/>
              </a:rPr>
              <a:t> studies Journalism in the same college as </a:t>
            </a:r>
            <a:r>
              <a:rPr b="1" i="0" lang="en-IN" sz="1600" u="none" cap="none" strike="noStrike">
                <a:solidFill>
                  <a:schemeClr val="dk1"/>
                </a:solidFill>
                <a:latin typeface="Arial"/>
                <a:ea typeface="Arial"/>
                <a:cs typeface="Arial"/>
                <a:sym typeface="Arial"/>
              </a:rPr>
              <a:t>Q</a:t>
            </a:r>
            <a:r>
              <a:rPr b="0" i="0" lang="en-IN" sz="1600" u="none" cap="none" strike="noStrike">
                <a:solidFill>
                  <a:schemeClr val="dk1"/>
                </a:solidFill>
                <a:latin typeface="Arial"/>
                <a:ea typeface="Arial"/>
                <a:cs typeface="Arial"/>
                <a:sym typeface="Arial"/>
              </a:rPr>
              <a:t>. Neither </a:t>
            </a:r>
            <a:r>
              <a:rPr b="1" i="0" lang="en-IN" sz="1600" u="none" cap="none" strike="noStrike">
                <a:solidFill>
                  <a:schemeClr val="dk1"/>
                </a:solidFill>
                <a:latin typeface="Arial"/>
                <a:ea typeface="Arial"/>
                <a:cs typeface="Arial"/>
                <a:sym typeface="Arial"/>
              </a:rPr>
              <a:t>R nor Z</a:t>
            </a:r>
            <a:r>
              <a:rPr b="0" i="0" lang="en-IN" sz="1600" u="none" cap="none" strike="noStrike">
                <a:solidFill>
                  <a:schemeClr val="dk1"/>
                </a:solidFill>
                <a:latin typeface="Arial"/>
                <a:ea typeface="Arial"/>
                <a:cs typeface="Arial"/>
                <a:sym typeface="Arial"/>
              </a:rPr>
              <a:t> studies BCA. The girl who studies BCA does not study in college </a:t>
            </a:r>
            <a:r>
              <a:rPr b="1" i="0" lang="en-IN" sz="1600" u="none" cap="none" strike="noStrike">
                <a:solidFill>
                  <a:schemeClr val="dk1"/>
                </a:solidFill>
                <a:latin typeface="Arial"/>
                <a:ea typeface="Arial"/>
                <a:cs typeface="Arial"/>
                <a:sym typeface="Arial"/>
              </a:rPr>
              <a:t>C</a:t>
            </a:r>
            <a:r>
              <a:rPr b="0" i="0" lang="en-IN" sz="1600" u="none" cap="none" strike="noStrike">
                <a:solidFill>
                  <a:schemeClr val="dk1"/>
                </a:solidFill>
                <a:latin typeface="Arial"/>
                <a:ea typeface="Arial"/>
                <a:cs typeface="Arial"/>
                <a:sym typeface="Arial"/>
              </a:rPr>
              <a:t>.</a:t>
            </a:r>
            <a:endParaRPr b="1" i="0" sz="16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215cf837de_0_27"/>
          <p:cNvSpPr txBox="1"/>
          <p:nvPr>
            <p:ph idx="1" type="body"/>
          </p:nvPr>
        </p:nvSpPr>
        <p:spPr>
          <a:xfrm>
            <a:off x="262800" y="1058998"/>
            <a:ext cx="8517000" cy="2641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IN" sz="1600">
                <a:solidFill>
                  <a:schemeClr val="dk1"/>
                </a:solidFill>
              </a:rPr>
              <a:t>In which college does Q study ?</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A</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C</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B</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D 	</a:t>
            </a:r>
            <a:endParaRPr sz="1600">
              <a:solidFill>
                <a:schemeClr val="dk1"/>
              </a:solidFill>
            </a:endParaRPr>
          </a:p>
          <a:p>
            <a:pPr indent="0" lvl="0" marL="45720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156" name="Google Shape;156;g3215cf837de_0_27"/>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06</a:t>
            </a:r>
            <a:endParaRPr b="1" i="0" sz="2000" u="none" cap="none" strike="noStrike">
              <a:solidFill>
                <a:srgbClr val="8182EF"/>
              </a:solidFill>
              <a:latin typeface="Roboto"/>
              <a:ea typeface="Roboto"/>
              <a:cs typeface="Roboto"/>
              <a:sym typeface="Roboto"/>
            </a:endParaRPr>
          </a:p>
        </p:txBody>
      </p:sp>
      <p:sp>
        <p:nvSpPr>
          <p:cNvPr id="157" name="Google Shape;157;g3215cf837de_0_27"/>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Arial"/>
                <a:ea typeface="Arial"/>
                <a:cs typeface="Arial"/>
                <a:sym typeface="Arial"/>
              </a:rPr>
              <a:t>Answer : </a:t>
            </a:r>
            <a:r>
              <a:rPr b="1" i="0" lang="en-IN" sz="1600" u="none" cap="none" strike="noStrike">
                <a:solidFill>
                  <a:srgbClr val="000000"/>
                </a:solidFill>
                <a:latin typeface="Arial"/>
                <a:ea typeface="Arial"/>
                <a:cs typeface="Arial"/>
                <a:sym typeface="Arial"/>
              </a:rPr>
              <a:t>A</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anim calcmode="lin" valueType="num">
                                      <p:cBhvr additive="base">
                                        <p:cTn dur="500"/>
                                        <p:tgtEl>
                                          <p:spTgt spid="15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anim calcmode="lin" valueType="num">
                                      <p:cBhvr additive="base">
                                        <p:cTn dur="500"/>
                                        <p:tgtEl>
                                          <p:spTgt spid="15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anim calcmode="lin" valueType="num">
                                      <p:cBhvr additive="base">
                                        <p:cTn dur="500"/>
                                        <p:tgtEl>
                                          <p:spTgt spid="15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
                                            <p:txEl>
                                              <p:pRg end="3" st="3"/>
                                            </p:txEl>
                                          </p:spTgt>
                                        </p:tgtEl>
                                        <p:attrNameLst>
                                          <p:attrName>style.visibility</p:attrName>
                                        </p:attrNameLst>
                                      </p:cBhvr>
                                      <p:to>
                                        <p:strVal val="visible"/>
                                      </p:to>
                                    </p:set>
                                    <p:anim calcmode="lin" valueType="num">
                                      <p:cBhvr additive="base">
                                        <p:cTn dur="500"/>
                                        <p:tgtEl>
                                          <p:spTgt spid="15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
                                            <p:txEl>
                                              <p:pRg end="4" st="4"/>
                                            </p:txEl>
                                          </p:spTgt>
                                        </p:tgtEl>
                                        <p:attrNameLst>
                                          <p:attrName>style.visibility</p:attrName>
                                        </p:attrNameLst>
                                      </p:cBhvr>
                                      <p:to>
                                        <p:strVal val="visible"/>
                                      </p:to>
                                    </p:set>
                                    <p:anim calcmode="lin" valueType="num">
                                      <p:cBhvr additive="base">
                                        <p:cTn dur="500"/>
                                        <p:tgtEl>
                                          <p:spTgt spid="15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
                                            <p:txEl>
                                              <p:pRg end="5" st="5"/>
                                            </p:txEl>
                                          </p:spTgt>
                                        </p:tgtEl>
                                        <p:attrNameLst>
                                          <p:attrName>style.visibility</p:attrName>
                                        </p:attrNameLst>
                                      </p:cBhvr>
                                      <p:to>
                                        <p:strVal val="visible"/>
                                      </p:to>
                                    </p:set>
                                    <p:anim calcmode="lin" valueType="num">
                                      <p:cBhvr additive="base">
                                        <p:cTn dur="500"/>
                                        <p:tgtEl>
                                          <p:spTgt spid="15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
                                            <p:txEl>
                                              <p:pRg end="6" st="6"/>
                                            </p:txEl>
                                          </p:spTgt>
                                        </p:tgtEl>
                                        <p:attrNameLst>
                                          <p:attrName>style.visibility</p:attrName>
                                        </p:attrNameLst>
                                      </p:cBhvr>
                                      <p:to>
                                        <p:strVal val="visible"/>
                                      </p:to>
                                    </p:set>
                                    <p:anim calcmode="lin" valueType="num">
                                      <p:cBhvr additive="base">
                                        <p:cTn dur="500"/>
                                        <p:tgtEl>
                                          <p:spTgt spid="15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1" name="Shape 161"/>
        <p:cNvGrpSpPr/>
        <p:nvPr/>
      </p:nvGrpSpPr>
      <p:grpSpPr>
        <a:xfrm>
          <a:off x="0" y="0"/>
          <a:ext cx="0" cy="0"/>
          <a:chOff x="0" y="0"/>
          <a:chExt cx="0" cy="0"/>
        </a:xfrm>
      </p:grpSpPr>
      <p:sp>
        <p:nvSpPr>
          <p:cNvPr id="162" name="Google Shape;162;g3215cf837de_0_104"/>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pic>
        <p:nvPicPr>
          <p:cNvPr id="163" name="Google Shape;163;g3215cf837de_0_104"/>
          <p:cNvPicPr preferRelativeResize="0"/>
          <p:nvPr/>
        </p:nvPicPr>
        <p:blipFill rotWithShape="1">
          <a:blip r:embed="rId3">
            <a:alphaModFix/>
          </a:blip>
          <a:srcRect b="0" l="0" r="0" t="0"/>
          <a:stretch/>
        </p:blipFill>
        <p:spPr>
          <a:xfrm>
            <a:off x="1383575" y="1169988"/>
            <a:ext cx="5685874" cy="30616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215cf837de_0_33"/>
          <p:cNvSpPr txBox="1"/>
          <p:nvPr>
            <p:ph idx="1" type="body"/>
          </p:nvPr>
        </p:nvSpPr>
        <p:spPr>
          <a:xfrm>
            <a:off x="262800" y="1058998"/>
            <a:ext cx="8517000" cy="2641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IN" sz="1600">
                <a:solidFill>
                  <a:schemeClr val="dk1"/>
                </a:solidFill>
              </a:rPr>
              <a:t>What is the field of study of Z ?</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Aviation Technology</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BCA</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MBA</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Medicine</a:t>
            </a:r>
            <a:endParaRPr sz="1600">
              <a:solidFill>
                <a:schemeClr val="dk1"/>
              </a:solidFill>
            </a:endParaRPr>
          </a:p>
          <a:p>
            <a:pPr indent="0" lvl="0" marL="45720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169" name="Google Shape;169;g3215cf837de_0_33"/>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07</a:t>
            </a:r>
            <a:endParaRPr b="1" i="0" sz="2000" u="none" cap="none" strike="noStrike">
              <a:solidFill>
                <a:srgbClr val="8182EF"/>
              </a:solidFill>
              <a:latin typeface="Roboto"/>
              <a:ea typeface="Roboto"/>
              <a:cs typeface="Roboto"/>
              <a:sym typeface="Roboto"/>
            </a:endParaRPr>
          </a:p>
        </p:txBody>
      </p:sp>
      <p:sp>
        <p:nvSpPr>
          <p:cNvPr id="170" name="Google Shape;170;g3215cf837de_0_33"/>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Arial"/>
                <a:ea typeface="Arial"/>
                <a:cs typeface="Arial"/>
                <a:sym typeface="Arial"/>
              </a:rPr>
              <a:t>Answer : </a:t>
            </a:r>
            <a:r>
              <a:rPr b="1" i="0" lang="en-IN" sz="1600" u="none" cap="none" strike="noStrike">
                <a:solidFill>
                  <a:srgbClr val="000000"/>
                </a:solidFill>
                <a:latin typeface="Arial"/>
                <a:ea typeface="Arial"/>
                <a:cs typeface="Arial"/>
                <a:sym typeface="Arial"/>
              </a:rPr>
              <a:t>D</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8">
                                            <p:txEl>
                                              <p:pRg end="0" st="0"/>
                                            </p:txEl>
                                          </p:spTgt>
                                        </p:tgtEl>
                                        <p:attrNameLst>
                                          <p:attrName>style.visibility</p:attrName>
                                        </p:attrNameLst>
                                      </p:cBhvr>
                                      <p:to>
                                        <p:strVal val="visible"/>
                                      </p:to>
                                    </p:set>
                                    <p:anim calcmode="lin" valueType="num">
                                      <p:cBhvr additive="base">
                                        <p:cTn dur="500"/>
                                        <p:tgtEl>
                                          <p:spTgt spid="16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8">
                                            <p:txEl>
                                              <p:pRg end="1" st="1"/>
                                            </p:txEl>
                                          </p:spTgt>
                                        </p:tgtEl>
                                        <p:attrNameLst>
                                          <p:attrName>style.visibility</p:attrName>
                                        </p:attrNameLst>
                                      </p:cBhvr>
                                      <p:to>
                                        <p:strVal val="visible"/>
                                      </p:to>
                                    </p:set>
                                    <p:anim calcmode="lin" valueType="num">
                                      <p:cBhvr additive="base">
                                        <p:cTn dur="500"/>
                                        <p:tgtEl>
                                          <p:spTgt spid="16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8">
                                            <p:txEl>
                                              <p:pRg end="2" st="2"/>
                                            </p:txEl>
                                          </p:spTgt>
                                        </p:tgtEl>
                                        <p:attrNameLst>
                                          <p:attrName>style.visibility</p:attrName>
                                        </p:attrNameLst>
                                      </p:cBhvr>
                                      <p:to>
                                        <p:strVal val="visible"/>
                                      </p:to>
                                    </p:set>
                                    <p:anim calcmode="lin" valueType="num">
                                      <p:cBhvr additive="base">
                                        <p:cTn dur="500"/>
                                        <p:tgtEl>
                                          <p:spTgt spid="16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8">
                                            <p:txEl>
                                              <p:pRg end="3" st="3"/>
                                            </p:txEl>
                                          </p:spTgt>
                                        </p:tgtEl>
                                        <p:attrNameLst>
                                          <p:attrName>style.visibility</p:attrName>
                                        </p:attrNameLst>
                                      </p:cBhvr>
                                      <p:to>
                                        <p:strVal val="visible"/>
                                      </p:to>
                                    </p:set>
                                    <p:anim calcmode="lin" valueType="num">
                                      <p:cBhvr additive="base">
                                        <p:cTn dur="500"/>
                                        <p:tgtEl>
                                          <p:spTgt spid="16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8">
                                            <p:txEl>
                                              <p:pRg end="4" st="4"/>
                                            </p:txEl>
                                          </p:spTgt>
                                        </p:tgtEl>
                                        <p:attrNameLst>
                                          <p:attrName>style.visibility</p:attrName>
                                        </p:attrNameLst>
                                      </p:cBhvr>
                                      <p:to>
                                        <p:strVal val="visible"/>
                                      </p:to>
                                    </p:set>
                                    <p:anim calcmode="lin" valueType="num">
                                      <p:cBhvr additive="base">
                                        <p:cTn dur="500"/>
                                        <p:tgtEl>
                                          <p:spTgt spid="16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8">
                                            <p:txEl>
                                              <p:pRg end="5" st="5"/>
                                            </p:txEl>
                                          </p:spTgt>
                                        </p:tgtEl>
                                        <p:attrNameLst>
                                          <p:attrName>style.visibility</p:attrName>
                                        </p:attrNameLst>
                                      </p:cBhvr>
                                      <p:to>
                                        <p:strVal val="visible"/>
                                      </p:to>
                                    </p:set>
                                    <p:anim calcmode="lin" valueType="num">
                                      <p:cBhvr additive="base">
                                        <p:cTn dur="500"/>
                                        <p:tgtEl>
                                          <p:spTgt spid="16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8">
                                            <p:txEl>
                                              <p:pRg end="6" st="6"/>
                                            </p:txEl>
                                          </p:spTgt>
                                        </p:tgtEl>
                                        <p:attrNameLst>
                                          <p:attrName>style.visibility</p:attrName>
                                        </p:attrNameLst>
                                      </p:cBhvr>
                                      <p:to>
                                        <p:strVal val="visible"/>
                                      </p:to>
                                    </p:set>
                                    <p:anim calcmode="lin" valueType="num">
                                      <p:cBhvr additive="base">
                                        <p:cTn dur="500"/>
                                        <p:tgtEl>
                                          <p:spTgt spid="168">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4" name="Shape 174"/>
        <p:cNvGrpSpPr/>
        <p:nvPr/>
      </p:nvGrpSpPr>
      <p:grpSpPr>
        <a:xfrm>
          <a:off x="0" y="0"/>
          <a:ext cx="0" cy="0"/>
          <a:chOff x="0" y="0"/>
          <a:chExt cx="0" cy="0"/>
        </a:xfrm>
      </p:grpSpPr>
      <p:sp>
        <p:nvSpPr>
          <p:cNvPr id="175" name="Google Shape;175;g3215cf837de_0_108"/>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pic>
        <p:nvPicPr>
          <p:cNvPr id="176" name="Google Shape;176;g3215cf837de_0_108"/>
          <p:cNvPicPr preferRelativeResize="0"/>
          <p:nvPr/>
        </p:nvPicPr>
        <p:blipFill rotWithShape="1">
          <a:blip r:embed="rId3">
            <a:alphaModFix/>
          </a:blip>
          <a:srcRect b="0" l="0" r="0" t="0"/>
          <a:stretch/>
        </p:blipFill>
        <p:spPr>
          <a:xfrm>
            <a:off x="1729063" y="1439863"/>
            <a:ext cx="5685874" cy="30616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215cf837de_0_161"/>
          <p:cNvSpPr txBox="1"/>
          <p:nvPr>
            <p:ph idx="1" type="body"/>
          </p:nvPr>
        </p:nvSpPr>
        <p:spPr>
          <a:xfrm>
            <a:off x="262800" y="1058998"/>
            <a:ext cx="8517000" cy="2641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IN" sz="1600">
                <a:solidFill>
                  <a:schemeClr val="dk1"/>
                </a:solidFill>
              </a:rPr>
              <a:t>Which of the following three represents girls ?</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SQR</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QRZ</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SQZ</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None of these</a:t>
            </a:r>
            <a:endParaRPr sz="1600">
              <a:solidFill>
                <a:schemeClr val="dk1"/>
              </a:solidFill>
            </a:endParaRPr>
          </a:p>
          <a:p>
            <a:pPr indent="0" lvl="0" marL="45720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182" name="Google Shape;182;g3215cf837de_0_161"/>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07</a:t>
            </a:r>
            <a:endParaRPr b="1" i="0" sz="2000" u="none" cap="none" strike="noStrike">
              <a:solidFill>
                <a:srgbClr val="8182EF"/>
              </a:solidFill>
              <a:latin typeface="Roboto"/>
              <a:ea typeface="Roboto"/>
              <a:cs typeface="Roboto"/>
              <a:sym typeface="Roboto"/>
            </a:endParaRPr>
          </a:p>
        </p:txBody>
      </p:sp>
      <p:sp>
        <p:nvSpPr>
          <p:cNvPr id="183" name="Google Shape;183;g3215cf837de_0_161"/>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Arial"/>
                <a:ea typeface="Arial"/>
                <a:cs typeface="Arial"/>
                <a:sym typeface="Arial"/>
              </a:rPr>
              <a:t>Answer : </a:t>
            </a:r>
            <a:r>
              <a:rPr b="1" i="0" lang="en-IN" sz="1600" u="none" cap="none" strike="noStrike">
                <a:solidFill>
                  <a:srgbClr val="000000"/>
                </a:solidFill>
                <a:latin typeface="Arial"/>
                <a:ea typeface="Arial"/>
                <a:cs typeface="Arial"/>
                <a:sym typeface="Arial"/>
              </a:rPr>
              <a:t>B</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1">
                                            <p:txEl>
                                              <p:pRg end="0" st="0"/>
                                            </p:txEl>
                                          </p:spTgt>
                                        </p:tgtEl>
                                        <p:attrNameLst>
                                          <p:attrName>style.visibility</p:attrName>
                                        </p:attrNameLst>
                                      </p:cBhvr>
                                      <p:to>
                                        <p:strVal val="visible"/>
                                      </p:to>
                                    </p:set>
                                    <p:anim calcmode="lin" valueType="num">
                                      <p:cBhvr additive="base">
                                        <p:cTn dur="500"/>
                                        <p:tgtEl>
                                          <p:spTgt spid="18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1">
                                            <p:txEl>
                                              <p:pRg end="1" st="1"/>
                                            </p:txEl>
                                          </p:spTgt>
                                        </p:tgtEl>
                                        <p:attrNameLst>
                                          <p:attrName>style.visibility</p:attrName>
                                        </p:attrNameLst>
                                      </p:cBhvr>
                                      <p:to>
                                        <p:strVal val="visible"/>
                                      </p:to>
                                    </p:set>
                                    <p:anim calcmode="lin" valueType="num">
                                      <p:cBhvr additive="base">
                                        <p:cTn dur="500"/>
                                        <p:tgtEl>
                                          <p:spTgt spid="18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1">
                                            <p:txEl>
                                              <p:pRg end="2" st="2"/>
                                            </p:txEl>
                                          </p:spTgt>
                                        </p:tgtEl>
                                        <p:attrNameLst>
                                          <p:attrName>style.visibility</p:attrName>
                                        </p:attrNameLst>
                                      </p:cBhvr>
                                      <p:to>
                                        <p:strVal val="visible"/>
                                      </p:to>
                                    </p:set>
                                    <p:anim calcmode="lin" valueType="num">
                                      <p:cBhvr additive="base">
                                        <p:cTn dur="500"/>
                                        <p:tgtEl>
                                          <p:spTgt spid="18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1">
                                            <p:txEl>
                                              <p:pRg end="3" st="3"/>
                                            </p:txEl>
                                          </p:spTgt>
                                        </p:tgtEl>
                                        <p:attrNameLst>
                                          <p:attrName>style.visibility</p:attrName>
                                        </p:attrNameLst>
                                      </p:cBhvr>
                                      <p:to>
                                        <p:strVal val="visible"/>
                                      </p:to>
                                    </p:set>
                                    <p:anim calcmode="lin" valueType="num">
                                      <p:cBhvr additive="base">
                                        <p:cTn dur="500"/>
                                        <p:tgtEl>
                                          <p:spTgt spid="18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1">
                                            <p:txEl>
                                              <p:pRg end="4" st="4"/>
                                            </p:txEl>
                                          </p:spTgt>
                                        </p:tgtEl>
                                        <p:attrNameLst>
                                          <p:attrName>style.visibility</p:attrName>
                                        </p:attrNameLst>
                                      </p:cBhvr>
                                      <p:to>
                                        <p:strVal val="visible"/>
                                      </p:to>
                                    </p:set>
                                    <p:anim calcmode="lin" valueType="num">
                                      <p:cBhvr additive="base">
                                        <p:cTn dur="500"/>
                                        <p:tgtEl>
                                          <p:spTgt spid="18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1">
                                            <p:txEl>
                                              <p:pRg end="5" st="5"/>
                                            </p:txEl>
                                          </p:spTgt>
                                        </p:tgtEl>
                                        <p:attrNameLst>
                                          <p:attrName>style.visibility</p:attrName>
                                        </p:attrNameLst>
                                      </p:cBhvr>
                                      <p:to>
                                        <p:strVal val="visible"/>
                                      </p:to>
                                    </p:set>
                                    <p:anim calcmode="lin" valueType="num">
                                      <p:cBhvr additive="base">
                                        <p:cTn dur="500"/>
                                        <p:tgtEl>
                                          <p:spTgt spid="18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1">
                                            <p:txEl>
                                              <p:pRg end="6" st="6"/>
                                            </p:txEl>
                                          </p:spTgt>
                                        </p:tgtEl>
                                        <p:attrNameLst>
                                          <p:attrName>style.visibility</p:attrName>
                                        </p:attrNameLst>
                                      </p:cBhvr>
                                      <p:to>
                                        <p:strVal val="visible"/>
                                      </p:to>
                                    </p:set>
                                    <p:anim calcmode="lin" valueType="num">
                                      <p:cBhvr additive="base">
                                        <p:cTn dur="500"/>
                                        <p:tgtEl>
                                          <p:spTgt spid="181">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7" name="Shape 187"/>
        <p:cNvGrpSpPr/>
        <p:nvPr/>
      </p:nvGrpSpPr>
      <p:grpSpPr>
        <a:xfrm>
          <a:off x="0" y="0"/>
          <a:ext cx="0" cy="0"/>
          <a:chOff x="0" y="0"/>
          <a:chExt cx="0" cy="0"/>
        </a:xfrm>
      </p:grpSpPr>
      <p:sp>
        <p:nvSpPr>
          <p:cNvPr id="188" name="Google Shape;188;g3215cf837de_0_167"/>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pic>
        <p:nvPicPr>
          <p:cNvPr id="189" name="Google Shape;189;g3215cf837de_0_167"/>
          <p:cNvPicPr preferRelativeResize="0"/>
          <p:nvPr/>
        </p:nvPicPr>
        <p:blipFill rotWithShape="1">
          <a:blip r:embed="rId3">
            <a:alphaModFix/>
          </a:blip>
          <a:srcRect b="0" l="0" r="0" t="0"/>
          <a:stretch/>
        </p:blipFill>
        <p:spPr>
          <a:xfrm>
            <a:off x="1729063" y="1169988"/>
            <a:ext cx="5685874" cy="3061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215cf837de_0_156"/>
          <p:cNvSpPr txBox="1"/>
          <p:nvPr/>
        </p:nvSpPr>
        <p:spPr>
          <a:xfrm>
            <a:off x="2779775" y="401650"/>
            <a:ext cx="3912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DIRECTION-9 TO 12  QUESTION</a:t>
            </a:r>
            <a:endParaRPr b="1" i="0" sz="2000" u="none" cap="none" strike="noStrike">
              <a:solidFill>
                <a:srgbClr val="8182EF"/>
              </a:solidFill>
              <a:latin typeface="Roboto"/>
              <a:ea typeface="Roboto"/>
              <a:cs typeface="Roboto"/>
              <a:sym typeface="Roboto"/>
            </a:endParaRPr>
          </a:p>
        </p:txBody>
      </p:sp>
      <p:sp>
        <p:nvSpPr>
          <p:cNvPr id="195" name="Google Shape;195;g3215cf837de_0_156"/>
          <p:cNvSpPr txBox="1"/>
          <p:nvPr/>
        </p:nvSpPr>
        <p:spPr>
          <a:xfrm>
            <a:off x="228600" y="914400"/>
            <a:ext cx="8706300" cy="2130300"/>
          </a:xfrm>
          <a:prstGeom prst="rect">
            <a:avLst/>
          </a:prstGeom>
          <a:noFill/>
          <a:ln>
            <a:noFill/>
          </a:ln>
        </p:spPr>
        <p:txBody>
          <a:bodyPr anchorCtr="0" anchor="t" bIns="91425" lIns="91425" spcFirstLastPara="1" rIns="91425" wrap="square" tIns="91425">
            <a:spAutoFit/>
          </a:bodyPr>
          <a:lstStyle/>
          <a:p>
            <a:pPr indent="0" lvl="0" marL="114300" marR="0" rtl="0" algn="l">
              <a:lnSpc>
                <a:spcPct val="115000"/>
              </a:lnSpc>
              <a:spcBef>
                <a:spcPts val="0"/>
              </a:spcBef>
              <a:spcAft>
                <a:spcPts val="0"/>
              </a:spcAft>
              <a:buClr>
                <a:schemeClr val="dk1"/>
              </a:buClr>
              <a:buSzPts val="1800"/>
              <a:buFont typeface="Arial"/>
              <a:buNone/>
            </a:pPr>
            <a:r>
              <a:rPr b="1" i="0" lang="en-IN" sz="1600" u="none" cap="none" strike="noStrike">
                <a:solidFill>
                  <a:schemeClr val="dk1"/>
                </a:solidFill>
                <a:latin typeface="Roboto"/>
                <a:ea typeface="Roboto"/>
                <a:cs typeface="Roboto"/>
                <a:sym typeface="Roboto"/>
              </a:rPr>
              <a:t>Direction: Study the following information carefully and answer the questions given below.</a:t>
            </a:r>
            <a:endParaRPr b="1" i="0" sz="1600" u="none" cap="none" strike="noStrike">
              <a:solidFill>
                <a:schemeClr val="dk1"/>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800"/>
              <a:buFont typeface="Arial"/>
              <a:buNone/>
            </a:pPr>
            <a:r>
              <a:rPr b="1" i="0" lang="en-IN" sz="1600" u="none" cap="none" strike="noStrike">
                <a:solidFill>
                  <a:schemeClr val="dk1"/>
                </a:solidFill>
                <a:latin typeface="Roboto"/>
                <a:ea typeface="Roboto"/>
                <a:cs typeface="Roboto"/>
                <a:sym typeface="Roboto"/>
              </a:rPr>
              <a:t>P, Q, R, S, T</a:t>
            </a:r>
            <a:r>
              <a:rPr b="0" i="0" lang="en-IN" sz="1600" u="none" cap="none" strike="noStrike">
                <a:solidFill>
                  <a:schemeClr val="dk1"/>
                </a:solidFill>
                <a:latin typeface="Roboto"/>
                <a:ea typeface="Roboto"/>
                <a:cs typeface="Roboto"/>
                <a:sym typeface="Roboto"/>
              </a:rPr>
              <a:t> and </a:t>
            </a:r>
            <a:r>
              <a:rPr b="1" i="0" lang="en-IN" sz="1600" u="none" cap="none" strike="noStrike">
                <a:solidFill>
                  <a:schemeClr val="dk1"/>
                </a:solidFill>
                <a:latin typeface="Roboto"/>
                <a:ea typeface="Roboto"/>
                <a:cs typeface="Roboto"/>
                <a:sym typeface="Roboto"/>
              </a:rPr>
              <a:t>M</a:t>
            </a:r>
            <a:r>
              <a:rPr b="0" i="0" lang="en-IN" sz="1600" u="none" cap="none" strike="noStrike">
                <a:solidFill>
                  <a:schemeClr val="dk1"/>
                </a:solidFill>
                <a:latin typeface="Roboto"/>
                <a:ea typeface="Roboto"/>
                <a:cs typeface="Roboto"/>
                <a:sym typeface="Roboto"/>
              </a:rPr>
              <a:t> are six students of a school, one each studies in </a:t>
            </a:r>
            <a:r>
              <a:rPr b="1" i="0" lang="en-IN" sz="1600" u="none" cap="none" strike="noStrike">
                <a:solidFill>
                  <a:schemeClr val="dk1"/>
                </a:solidFill>
                <a:latin typeface="Roboto"/>
                <a:ea typeface="Roboto"/>
                <a:cs typeface="Roboto"/>
                <a:sym typeface="Roboto"/>
              </a:rPr>
              <a:t>Class I – VI</a:t>
            </a:r>
            <a:r>
              <a:rPr b="0" i="0" lang="en-IN" sz="1600" u="none" cap="none" strike="noStrike">
                <a:solidFill>
                  <a:schemeClr val="dk1"/>
                </a:solidFill>
                <a:latin typeface="Roboto"/>
                <a:ea typeface="Roboto"/>
                <a:cs typeface="Roboto"/>
                <a:sym typeface="Roboto"/>
              </a:rPr>
              <a:t>. Each of them has a favorite color from red, black, blue, yellow, pink and green, not necessarily in the same order. </a:t>
            </a:r>
            <a:r>
              <a:rPr b="1" i="0" lang="en-IN" sz="1600" u="none" cap="none" strike="noStrike">
                <a:solidFill>
                  <a:schemeClr val="dk1"/>
                </a:solidFill>
                <a:latin typeface="Roboto"/>
                <a:ea typeface="Roboto"/>
                <a:cs typeface="Roboto"/>
                <a:sym typeface="Roboto"/>
              </a:rPr>
              <a:t>Q</a:t>
            </a:r>
            <a:r>
              <a:rPr b="0" i="0" lang="en-IN" sz="1600" u="none" cap="none" strike="noStrike">
                <a:solidFill>
                  <a:schemeClr val="dk1"/>
                </a:solidFill>
                <a:latin typeface="Roboto"/>
                <a:ea typeface="Roboto"/>
                <a:cs typeface="Roboto"/>
                <a:sym typeface="Roboto"/>
              </a:rPr>
              <a:t> likes black and does not study in Class </a:t>
            </a:r>
            <a:r>
              <a:rPr b="1" i="0" lang="en-IN" sz="1600" u="none" cap="none" strike="noStrike">
                <a:solidFill>
                  <a:schemeClr val="dk1"/>
                </a:solidFill>
                <a:latin typeface="Roboto"/>
                <a:ea typeface="Roboto"/>
                <a:cs typeface="Roboto"/>
                <a:sym typeface="Roboto"/>
              </a:rPr>
              <a:t>IV</a:t>
            </a:r>
            <a:r>
              <a:rPr b="0" i="0" lang="en-IN" sz="1600" u="none" cap="none" strike="noStrike">
                <a:solidFill>
                  <a:schemeClr val="dk1"/>
                </a:solidFill>
                <a:latin typeface="Roboto"/>
                <a:ea typeface="Roboto"/>
                <a:cs typeface="Roboto"/>
                <a:sym typeface="Roboto"/>
              </a:rPr>
              <a:t> or </a:t>
            </a:r>
            <a:r>
              <a:rPr b="1" i="0" lang="en-IN" sz="1600" u="none" cap="none" strike="noStrike">
                <a:solidFill>
                  <a:schemeClr val="dk1"/>
                </a:solidFill>
                <a:latin typeface="Roboto"/>
                <a:ea typeface="Roboto"/>
                <a:cs typeface="Roboto"/>
                <a:sym typeface="Roboto"/>
              </a:rPr>
              <a:t>V</a:t>
            </a:r>
            <a:r>
              <a:rPr b="0" i="0" lang="en-IN" sz="1600" u="none" cap="none" strike="noStrike">
                <a:solidFill>
                  <a:schemeClr val="dk1"/>
                </a:solidFill>
                <a:latin typeface="Roboto"/>
                <a:ea typeface="Roboto"/>
                <a:cs typeface="Roboto"/>
                <a:sym typeface="Roboto"/>
              </a:rPr>
              <a:t>. the one who studies in Class </a:t>
            </a:r>
            <a:r>
              <a:rPr b="1" i="0" lang="en-IN" sz="1600" u="none" cap="none" strike="noStrike">
                <a:solidFill>
                  <a:schemeClr val="dk1"/>
                </a:solidFill>
                <a:latin typeface="Roboto"/>
                <a:ea typeface="Roboto"/>
                <a:cs typeface="Roboto"/>
                <a:sym typeface="Roboto"/>
              </a:rPr>
              <a:t>IV</a:t>
            </a:r>
            <a:r>
              <a:rPr b="0" i="0" lang="en-IN" sz="1600" u="none" cap="none" strike="noStrike">
                <a:solidFill>
                  <a:schemeClr val="dk1"/>
                </a:solidFill>
                <a:latin typeface="Roboto"/>
                <a:ea typeface="Roboto"/>
                <a:cs typeface="Roboto"/>
                <a:sym typeface="Roboto"/>
              </a:rPr>
              <a:t> does not like green. </a:t>
            </a:r>
            <a:r>
              <a:rPr b="1" i="0" lang="en-IN" sz="1600" u="none" cap="none" strike="noStrike">
                <a:solidFill>
                  <a:schemeClr val="dk1"/>
                </a:solidFill>
                <a:latin typeface="Roboto"/>
                <a:ea typeface="Roboto"/>
                <a:cs typeface="Roboto"/>
                <a:sym typeface="Roboto"/>
              </a:rPr>
              <a:t>P</a:t>
            </a:r>
            <a:r>
              <a:rPr b="0" i="0" lang="en-IN" sz="1600" u="none" cap="none" strike="noStrike">
                <a:solidFill>
                  <a:schemeClr val="dk1"/>
                </a:solidFill>
                <a:latin typeface="Roboto"/>
                <a:ea typeface="Roboto"/>
                <a:cs typeface="Roboto"/>
                <a:sym typeface="Roboto"/>
              </a:rPr>
              <a:t> studies in Class </a:t>
            </a:r>
            <a:r>
              <a:rPr b="1" i="0" lang="en-IN" sz="1600" u="none" cap="none" strike="noStrike">
                <a:solidFill>
                  <a:schemeClr val="dk1"/>
                </a:solidFill>
                <a:latin typeface="Roboto"/>
                <a:ea typeface="Roboto"/>
                <a:cs typeface="Roboto"/>
                <a:sym typeface="Roboto"/>
              </a:rPr>
              <a:t>II</a:t>
            </a:r>
            <a:r>
              <a:rPr b="0" i="0" lang="en-IN" sz="1600" u="none" cap="none" strike="noStrike">
                <a:solidFill>
                  <a:schemeClr val="dk1"/>
                </a:solidFill>
                <a:latin typeface="Roboto"/>
                <a:ea typeface="Roboto"/>
                <a:cs typeface="Roboto"/>
                <a:sym typeface="Roboto"/>
              </a:rPr>
              <a:t>. </a:t>
            </a:r>
            <a:r>
              <a:rPr b="1" i="0" lang="en-IN" sz="1600" u="none" cap="none" strike="noStrike">
                <a:solidFill>
                  <a:schemeClr val="dk1"/>
                </a:solidFill>
                <a:latin typeface="Roboto"/>
                <a:ea typeface="Roboto"/>
                <a:cs typeface="Roboto"/>
                <a:sym typeface="Roboto"/>
              </a:rPr>
              <a:t>M</a:t>
            </a:r>
            <a:r>
              <a:rPr b="0" i="0" lang="en-IN" sz="1600" u="none" cap="none" strike="noStrike">
                <a:solidFill>
                  <a:schemeClr val="dk1"/>
                </a:solidFill>
                <a:latin typeface="Roboto"/>
                <a:ea typeface="Roboto"/>
                <a:cs typeface="Roboto"/>
                <a:sym typeface="Roboto"/>
              </a:rPr>
              <a:t> likes blue and does not study in Class </a:t>
            </a:r>
            <a:r>
              <a:rPr b="1" i="0" lang="en-IN" sz="1600" u="none" cap="none" strike="noStrike">
                <a:solidFill>
                  <a:schemeClr val="dk1"/>
                </a:solidFill>
                <a:latin typeface="Roboto"/>
                <a:ea typeface="Roboto"/>
                <a:cs typeface="Roboto"/>
                <a:sym typeface="Roboto"/>
              </a:rPr>
              <a:t>IV</a:t>
            </a:r>
            <a:r>
              <a:rPr b="0" i="0" lang="en-IN" sz="1600" u="none" cap="none" strike="noStrike">
                <a:solidFill>
                  <a:schemeClr val="dk1"/>
                </a:solidFill>
                <a:latin typeface="Roboto"/>
                <a:ea typeface="Roboto"/>
                <a:cs typeface="Roboto"/>
                <a:sym typeface="Roboto"/>
              </a:rPr>
              <a:t>. The one who likes yellow studies in Class </a:t>
            </a:r>
            <a:r>
              <a:rPr b="1" i="0" lang="en-IN" sz="1600" u="none" cap="none" strike="noStrike">
                <a:solidFill>
                  <a:schemeClr val="dk1"/>
                </a:solidFill>
                <a:latin typeface="Roboto"/>
                <a:ea typeface="Roboto"/>
                <a:cs typeface="Roboto"/>
                <a:sym typeface="Roboto"/>
              </a:rPr>
              <a:t>VI</a:t>
            </a:r>
            <a:r>
              <a:rPr b="0" i="0" lang="en-IN" sz="1600" u="none" cap="none" strike="noStrike">
                <a:solidFill>
                  <a:schemeClr val="dk1"/>
                </a:solidFill>
                <a:latin typeface="Roboto"/>
                <a:ea typeface="Roboto"/>
                <a:cs typeface="Roboto"/>
                <a:sym typeface="Roboto"/>
              </a:rPr>
              <a:t>. </a:t>
            </a:r>
            <a:r>
              <a:rPr b="1" i="0" lang="en-IN" sz="1600" u="none" cap="none" strike="noStrike">
                <a:solidFill>
                  <a:schemeClr val="dk1"/>
                </a:solidFill>
                <a:latin typeface="Roboto"/>
                <a:ea typeface="Roboto"/>
                <a:cs typeface="Roboto"/>
                <a:sym typeface="Roboto"/>
              </a:rPr>
              <a:t>S</a:t>
            </a:r>
            <a:r>
              <a:rPr b="0" i="0" lang="en-IN" sz="1600" u="none" cap="none" strike="noStrike">
                <a:solidFill>
                  <a:schemeClr val="dk1"/>
                </a:solidFill>
                <a:latin typeface="Roboto"/>
                <a:ea typeface="Roboto"/>
                <a:cs typeface="Roboto"/>
                <a:sym typeface="Roboto"/>
              </a:rPr>
              <a:t> likes pink and studies in Class </a:t>
            </a:r>
            <a:r>
              <a:rPr b="1" i="0" lang="en-IN" sz="1600" u="none" cap="none" strike="noStrike">
                <a:solidFill>
                  <a:schemeClr val="dk1"/>
                </a:solidFill>
                <a:latin typeface="Roboto"/>
                <a:ea typeface="Roboto"/>
                <a:cs typeface="Roboto"/>
                <a:sym typeface="Roboto"/>
              </a:rPr>
              <a:t>I</a:t>
            </a:r>
            <a:r>
              <a:rPr b="0" i="0" lang="en-IN" sz="1600" u="none" cap="none" strike="noStrike">
                <a:solidFill>
                  <a:schemeClr val="dk1"/>
                </a:solidFill>
                <a:latin typeface="Roboto"/>
                <a:ea typeface="Roboto"/>
                <a:cs typeface="Roboto"/>
                <a:sym typeface="Roboto"/>
              </a:rPr>
              <a:t>. </a:t>
            </a:r>
            <a:r>
              <a:rPr b="1" i="0" lang="en-IN" sz="1600" u="none" cap="none" strike="noStrike">
                <a:solidFill>
                  <a:schemeClr val="dk1"/>
                </a:solidFill>
                <a:latin typeface="Roboto"/>
                <a:ea typeface="Roboto"/>
                <a:cs typeface="Roboto"/>
                <a:sym typeface="Roboto"/>
              </a:rPr>
              <a:t>R </a:t>
            </a:r>
            <a:r>
              <a:rPr b="0" i="0" lang="en-IN" sz="1600" u="none" cap="none" strike="noStrike">
                <a:solidFill>
                  <a:schemeClr val="dk1"/>
                </a:solidFill>
                <a:latin typeface="Roboto"/>
                <a:ea typeface="Roboto"/>
                <a:cs typeface="Roboto"/>
                <a:sym typeface="Roboto"/>
              </a:rPr>
              <a:t>does not study in Class </a:t>
            </a:r>
            <a:r>
              <a:rPr b="1" i="0" lang="en-IN" sz="1600" u="none" cap="none" strike="noStrike">
                <a:solidFill>
                  <a:schemeClr val="dk1"/>
                </a:solidFill>
                <a:latin typeface="Roboto"/>
                <a:ea typeface="Roboto"/>
                <a:cs typeface="Roboto"/>
                <a:sym typeface="Roboto"/>
              </a:rPr>
              <a:t>VI</a:t>
            </a:r>
            <a:r>
              <a:rPr b="0" i="0" lang="en-IN" sz="1600" u="none" cap="none" strike="noStrike">
                <a:solidFill>
                  <a:schemeClr val="dk1"/>
                </a:solidFill>
                <a:latin typeface="Roboto"/>
                <a:ea typeface="Roboto"/>
                <a:cs typeface="Roboto"/>
                <a:sym typeface="Roboto"/>
              </a:rPr>
              <a:t>.</a:t>
            </a:r>
            <a:endParaRPr b="1" i="0" sz="1600" u="none" cap="none" strike="noStrike">
              <a:solidFill>
                <a:schemeClr val="dk1"/>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215cf837de_0_39"/>
          <p:cNvSpPr txBox="1"/>
          <p:nvPr>
            <p:ph idx="1" type="body"/>
          </p:nvPr>
        </p:nvSpPr>
        <p:spPr>
          <a:xfrm>
            <a:off x="262800" y="1058998"/>
            <a:ext cx="8517000" cy="2641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IN" sz="1600">
                <a:solidFill>
                  <a:schemeClr val="dk1"/>
                </a:solidFill>
              </a:rPr>
              <a:t>In which class does R study?</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V</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III</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IV</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Data Inadequate</a:t>
            </a:r>
            <a:endParaRPr sz="1600">
              <a:solidFill>
                <a:schemeClr val="dk1"/>
              </a:solidFill>
            </a:endParaRPr>
          </a:p>
          <a:p>
            <a:pPr indent="0" lvl="0" marL="45720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201" name="Google Shape;201;g3215cf837de_0_39"/>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09</a:t>
            </a:r>
            <a:endParaRPr b="1" i="0" sz="2000" u="none" cap="none" strike="noStrike">
              <a:solidFill>
                <a:srgbClr val="8182EF"/>
              </a:solidFill>
              <a:latin typeface="Roboto"/>
              <a:ea typeface="Roboto"/>
              <a:cs typeface="Roboto"/>
              <a:sym typeface="Roboto"/>
            </a:endParaRPr>
          </a:p>
        </p:txBody>
      </p:sp>
      <p:sp>
        <p:nvSpPr>
          <p:cNvPr id="202" name="Google Shape;202;g3215cf837de_0_39"/>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Arial"/>
                <a:ea typeface="Arial"/>
                <a:cs typeface="Arial"/>
                <a:sym typeface="Arial"/>
              </a:rPr>
              <a:t>Answer : </a:t>
            </a:r>
            <a:r>
              <a:rPr b="1" i="0" lang="en-IN" sz="1600" u="none" cap="none" strike="noStrike">
                <a:solidFill>
                  <a:srgbClr val="000000"/>
                </a:solidFill>
                <a:latin typeface="Arial"/>
                <a:ea typeface="Arial"/>
                <a:cs typeface="Arial"/>
                <a:sym typeface="Arial"/>
              </a:rPr>
              <a:t>C</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0" st="0"/>
                                            </p:txEl>
                                          </p:spTgt>
                                        </p:tgtEl>
                                        <p:attrNameLst>
                                          <p:attrName>style.visibility</p:attrName>
                                        </p:attrNameLst>
                                      </p:cBhvr>
                                      <p:to>
                                        <p:strVal val="visible"/>
                                      </p:to>
                                    </p:set>
                                    <p:anim calcmode="lin" valueType="num">
                                      <p:cBhvr additive="base">
                                        <p:cTn dur="500"/>
                                        <p:tgtEl>
                                          <p:spTgt spid="20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1" st="1"/>
                                            </p:txEl>
                                          </p:spTgt>
                                        </p:tgtEl>
                                        <p:attrNameLst>
                                          <p:attrName>style.visibility</p:attrName>
                                        </p:attrNameLst>
                                      </p:cBhvr>
                                      <p:to>
                                        <p:strVal val="visible"/>
                                      </p:to>
                                    </p:set>
                                    <p:anim calcmode="lin" valueType="num">
                                      <p:cBhvr additive="base">
                                        <p:cTn dur="500"/>
                                        <p:tgtEl>
                                          <p:spTgt spid="20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2" st="2"/>
                                            </p:txEl>
                                          </p:spTgt>
                                        </p:tgtEl>
                                        <p:attrNameLst>
                                          <p:attrName>style.visibility</p:attrName>
                                        </p:attrNameLst>
                                      </p:cBhvr>
                                      <p:to>
                                        <p:strVal val="visible"/>
                                      </p:to>
                                    </p:set>
                                    <p:anim calcmode="lin" valueType="num">
                                      <p:cBhvr additive="base">
                                        <p:cTn dur="500"/>
                                        <p:tgtEl>
                                          <p:spTgt spid="20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3" st="3"/>
                                            </p:txEl>
                                          </p:spTgt>
                                        </p:tgtEl>
                                        <p:attrNameLst>
                                          <p:attrName>style.visibility</p:attrName>
                                        </p:attrNameLst>
                                      </p:cBhvr>
                                      <p:to>
                                        <p:strVal val="visible"/>
                                      </p:to>
                                    </p:set>
                                    <p:anim calcmode="lin" valueType="num">
                                      <p:cBhvr additive="base">
                                        <p:cTn dur="500"/>
                                        <p:tgtEl>
                                          <p:spTgt spid="20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4" st="4"/>
                                            </p:txEl>
                                          </p:spTgt>
                                        </p:tgtEl>
                                        <p:attrNameLst>
                                          <p:attrName>style.visibility</p:attrName>
                                        </p:attrNameLst>
                                      </p:cBhvr>
                                      <p:to>
                                        <p:strVal val="visible"/>
                                      </p:to>
                                    </p:set>
                                    <p:anim calcmode="lin" valueType="num">
                                      <p:cBhvr additive="base">
                                        <p:cTn dur="500"/>
                                        <p:tgtEl>
                                          <p:spTgt spid="20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5" st="5"/>
                                            </p:txEl>
                                          </p:spTgt>
                                        </p:tgtEl>
                                        <p:attrNameLst>
                                          <p:attrName>style.visibility</p:attrName>
                                        </p:attrNameLst>
                                      </p:cBhvr>
                                      <p:to>
                                        <p:strVal val="visible"/>
                                      </p:to>
                                    </p:set>
                                    <p:anim calcmode="lin" valueType="num">
                                      <p:cBhvr additive="base">
                                        <p:cTn dur="500"/>
                                        <p:tgtEl>
                                          <p:spTgt spid="20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6" st="6"/>
                                            </p:txEl>
                                          </p:spTgt>
                                        </p:tgtEl>
                                        <p:attrNameLst>
                                          <p:attrName>style.visibility</p:attrName>
                                        </p:attrNameLst>
                                      </p:cBhvr>
                                      <p:to>
                                        <p:strVal val="visible"/>
                                      </p:to>
                                    </p:set>
                                    <p:anim calcmode="lin" valueType="num">
                                      <p:cBhvr additive="base">
                                        <p:cTn dur="500"/>
                                        <p:tgtEl>
                                          <p:spTgt spid="20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6" name="Shape 206"/>
        <p:cNvGrpSpPr/>
        <p:nvPr/>
      </p:nvGrpSpPr>
      <p:grpSpPr>
        <a:xfrm>
          <a:off x="0" y="0"/>
          <a:ext cx="0" cy="0"/>
          <a:chOff x="0" y="0"/>
          <a:chExt cx="0" cy="0"/>
        </a:xfrm>
      </p:grpSpPr>
      <p:sp>
        <p:nvSpPr>
          <p:cNvPr id="207" name="Google Shape;207;g3215cf837de_0_112"/>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pic>
        <p:nvPicPr>
          <p:cNvPr id="208" name="Google Shape;208;g3215cf837de_0_112"/>
          <p:cNvPicPr preferRelativeResize="0"/>
          <p:nvPr/>
        </p:nvPicPr>
        <p:blipFill rotWithShape="1">
          <a:blip r:embed="rId3">
            <a:alphaModFix/>
          </a:blip>
          <a:srcRect b="0" l="0" r="0" t="0"/>
          <a:stretch/>
        </p:blipFill>
        <p:spPr>
          <a:xfrm>
            <a:off x="1495425" y="1062038"/>
            <a:ext cx="6153150" cy="30194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215cf837de_0_45"/>
          <p:cNvSpPr txBox="1"/>
          <p:nvPr>
            <p:ph idx="1" type="body"/>
          </p:nvPr>
        </p:nvSpPr>
        <p:spPr>
          <a:xfrm>
            <a:off x="262800" y="1058998"/>
            <a:ext cx="8517000" cy="2641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IN" sz="1600">
                <a:solidFill>
                  <a:schemeClr val="dk1"/>
                </a:solidFill>
              </a:rPr>
              <a:t>Which color does R like?</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Black</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Yellow</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Green</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None of these</a:t>
            </a:r>
            <a:endParaRPr sz="1600">
              <a:solidFill>
                <a:schemeClr val="dk1"/>
              </a:solidFill>
            </a:endParaRPr>
          </a:p>
          <a:p>
            <a:pPr indent="0" lvl="0" marL="45720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214" name="Google Shape;214;g3215cf837de_0_45"/>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10</a:t>
            </a:r>
            <a:endParaRPr b="1" i="0" sz="2000" u="none" cap="none" strike="noStrike">
              <a:solidFill>
                <a:srgbClr val="8182EF"/>
              </a:solidFill>
              <a:latin typeface="Roboto"/>
              <a:ea typeface="Roboto"/>
              <a:cs typeface="Roboto"/>
              <a:sym typeface="Roboto"/>
            </a:endParaRPr>
          </a:p>
        </p:txBody>
      </p:sp>
      <p:sp>
        <p:nvSpPr>
          <p:cNvPr id="215" name="Google Shape;215;g3215cf837de_0_45"/>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Arial"/>
                <a:ea typeface="Arial"/>
                <a:cs typeface="Arial"/>
                <a:sym typeface="Arial"/>
              </a:rPr>
              <a:t>Answer : </a:t>
            </a:r>
            <a:r>
              <a:rPr b="1" i="0" lang="en-IN" sz="1600" u="none" cap="none" strike="noStrike">
                <a:solidFill>
                  <a:srgbClr val="000000"/>
                </a:solidFill>
                <a:latin typeface="Arial"/>
                <a:ea typeface="Arial"/>
                <a:cs typeface="Arial"/>
                <a:sym typeface="Arial"/>
              </a:rPr>
              <a:t>D</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0" st="0"/>
                                            </p:txEl>
                                          </p:spTgt>
                                        </p:tgtEl>
                                        <p:attrNameLst>
                                          <p:attrName>style.visibility</p:attrName>
                                        </p:attrNameLst>
                                      </p:cBhvr>
                                      <p:to>
                                        <p:strVal val="visible"/>
                                      </p:to>
                                    </p:set>
                                    <p:anim calcmode="lin" valueType="num">
                                      <p:cBhvr additive="base">
                                        <p:cTn dur="500"/>
                                        <p:tgtEl>
                                          <p:spTgt spid="21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1" st="1"/>
                                            </p:txEl>
                                          </p:spTgt>
                                        </p:tgtEl>
                                        <p:attrNameLst>
                                          <p:attrName>style.visibility</p:attrName>
                                        </p:attrNameLst>
                                      </p:cBhvr>
                                      <p:to>
                                        <p:strVal val="visible"/>
                                      </p:to>
                                    </p:set>
                                    <p:anim calcmode="lin" valueType="num">
                                      <p:cBhvr additive="base">
                                        <p:cTn dur="500"/>
                                        <p:tgtEl>
                                          <p:spTgt spid="21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2" st="2"/>
                                            </p:txEl>
                                          </p:spTgt>
                                        </p:tgtEl>
                                        <p:attrNameLst>
                                          <p:attrName>style.visibility</p:attrName>
                                        </p:attrNameLst>
                                      </p:cBhvr>
                                      <p:to>
                                        <p:strVal val="visible"/>
                                      </p:to>
                                    </p:set>
                                    <p:anim calcmode="lin" valueType="num">
                                      <p:cBhvr additive="base">
                                        <p:cTn dur="500"/>
                                        <p:tgtEl>
                                          <p:spTgt spid="21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3" st="3"/>
                                            </p:txEl>
                                          </p:spTgt>
                                        </p:tgtEl>
                                        <p:attrNameLst>
                                          <p:attrName>style.visibility</p:attrName>
                                        </p:attrNameLst>
                                      </p:cBhvr>
                                      <p:to>
                                        <p:strVal val="visible"/>
                                      </p:to>
                                    </p:set>
                                    <p:anim calcmode="lin" valueType="num">
                                      <p:cBhvr additive="base">
                                        <p:cTn dur="500"/>
                                        <p:tgtEl>
                                          <p:spTgt spid="21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4" st="4"/>
                                            </p:txEl>
                                          </p:spTgt>
                                        </p:tgtEl>
                                        <p:attrNameLst>
                                          <p:attrName>style.visibility</p:attrName>
                                        </p:attrNameLst>
                                      </p:cBhvr>
                                      <p:to>
                                        <p:strVal val="visible"/>
                                      </p:to>
                                    </p:set>
                                    <p:anim calcmode="lin" valueType="num">
                                      <p:cBhvr additive="base">
                                        <p:cTn dur="500"/>
                                        <p:tgtEl>
                                          <p:spTgt spid="21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5" st="5"/>
                                            </p:txEl>
                                          </p:spTgt>
                                        </p:tgtEl>
                                        <p:attrNameLst>
                                          <p:attrName>style.visibility</p:attrName>
                                        </p:attrNameLst>
                                      </p:cBhvr>
                                      <p:to>
                                        <p:strVal val="visible"/>
                                      </p:to>
                                    </p:set>
                                    <p:anim calcmode="lin" valueType="num">
                                      <p:cBhvr additive="base">
                                        <p:cTn dur="500"/>
                                        <p:tgtEl>
                                          <p:spTgt spid="21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6" st="6"/>
                                            </p:txEl>
                                          </p:spTgt>
                                        </p:tgtEl>
                                        <p:attrNameLst>
                                          <p:attrName>style.visibility</p:attrName>
                                        </p:attrNameLst>
                                      </p:cBhvr>
                                      <p:to>
                                        <p:strVal val="visible"/>
                                      </p:to>
                                    </p:set>
                                    <p:anim calcmode="lin" valueType="num">
                                      <p:cBhvr additive="base">
                                        <p:cTn dur="500"/>
                                        <p:tgtEl>
                                          <p:spTgt spid="21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9" name="Shape 219"/>
        <p:cNvGrpSpPr/>
        <p:nvPr/>
      </p:nvGrpSpPr>
      <p:grpSpPr>
        <a:xfrm>
          <a:off x="0" y="0"/>
          <a:ext cx="0" cy="0"/>
          <a:chOff x="0" y="0"/>
          <a:chExt cx="0" cy="0"/>
        </a:xfrm>
      </p:grpSpPr>
      <p:sp>
        <p:nvSpPr>
          <p:cNvPr id="220" name="Google Shape;220;g3215cf837de_0_116"/>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pic>
        <p:nvPicPr>
          <p:cNvPr id="221" name="Google Shape;221;g3215cf837de_0_116"/>
          <p:cNvPicPr preferRelativeResize="0"/>
          <p:nvPr/>
        </p:nvPicPr>
        <p:blipFill rotWithShape="1">
          <a:blip r:embed="rId3">
            <a:alphaModFix/>
          </a:blip>
          <a:srcRect b="0" l="0" r="0" t="0"/>
          <a:stretch/>
        </p:blipFill>
        <p:spPr>
          <a:xfrm>
            <a:off x="1495425" y="1354138"/>
            <a:ext cx="6153150" cy="30194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3215cf837de_0_51"/>
          <p:cNvSpPr txBox="1"/>
          <p:nvPr>
            <p:ph idx="1" type="body"/>
          </p:nvPr>
        </p:nvSpPr>
        <p:spPr>
          <a:xfrm>
            <a:off x="262800" y="1058998"/>
            <a:ext cx="8517000" cy="2641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IN" sz="1600">
                <a:solidFill>
                  <a:schemeClr val="dk1"/>
                </a:solidFill>
              </a:rPr>
              <a:t>Which color does P like?</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Green</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Yellow</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Red</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None of these</a:t>
            </a:r>
            <a:endParaRPr sz="1600">
              <a:solidFill>
                <a:schemeClr val="dk1"/>
              </a:solidFill>
            </a:endParaRPr>
          </a:p>
          <a:p>
            <a:pPr indent="0" lvl="0" marL="45720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227" name="Google Shape;227;g3215cf837de_0_51"/>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11</a:t>
            </a:r>
            <a:endParaRPr b="1" i="0" sz="2000" u="none" cap="none" strike="noStrike">
              <a:solidFill>
                <a:srgbClr val="8182EF"/>
              </a:solidFill>
              <a:latin typeface="Roboto"/>
              <a:ea typeface="Roboto"/>
              <a:cs typeface="Roboto"/>
              <a:sym typeface="Roboto"/>
            </a:endParaRPr>
          </a:p>
        </p:txBody>
      </p:sp>
      <p:sp>
        <p:nvSpPr>
          <p:cNvPr id="228" name="Google Shape;228;g3215cf837de_0_51"/>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Arial"/>
                <a:ea typeface="Arial"/>
                <a:cs typeface="Arial"/>
                <a:sym typeface="Arial"/>
              </a:rPr>
              <a:t>Answer : </a:t>
            </a:r>
            <a:r>
              <a:rPr b="1" i="0" lang="en-IN" sz="1600" u="none" cap="none" strike="noStrike">
                <a:solidFill>
                  <a:srgbClr val="000000"/>
                </a:solidFill>
                <a:latin typeface="Arial"/>
                <a:ea typeface="Arial"/>
                <a:cs typeface="Arial"/>
                <a:sym typeface="Arial"/>
              </a:rPr>
              <a:t>A</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0" st="0"/>
                                            </p:txEl>
                                          </p:spTgt>
                                        </p:tgtEl>
                                        <p:attrNameLst>
                                          <p:attrName>style.visibility</p:attrName>
                                        </p:attrNameLst>
                                      </p:cBhvr>
                                      <p:to>
                                        <p:strVal val="visible"/>
                                      </p:to>
                                    </p:set>
                                    <p:anim calcmode="lin" valueType="num">
                                      <p:cBhvr additive="base">
                                        <p:cTn dur="500"/>
                                        <p:tgtEl>
                                          <p:spTgt spid="22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1" st="1"/>
                                            </p:txEl>
                                          </p:spTgt>
                                        </p:tgtEl>
                                        <p:attrNameLst>
                                          <p:attrName>style.visibility</p:attrName>
                                        </p:attrNameLst>
                                      </p:cBhvr>
                                      <p:to>
                                        <p:strVal val="visible"/>
                                      </p:to>
                                    </p:set>
                                    <p:anim calcmode="lin" valueType="num">
                                      <p:cBhvr additive="base">
                                        <p:cTn dur="500"/>
                                        <p:tgtEl>
                                          <p:spTgt spid="22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2" st="2"/>
                                            </p:txEl>
                                          </p:spTgt>
                                        </p:tgtEl>
                                        <p:attrNameLst>
                                          <p:attrName>style.visibility</p:attrName>
                                        </p:attrNameLst>
                                      </p:cBhvr>
                                      <p:to>
                                        <p:strVal val="visible"/>
                                      </p:to>
                                    </p:set>
                                    <p:anim calcmode="lin" valueType="num">
                                      <p:cBhvr additive="base">
                                        <p:cTn dur="500"/>
                                        <p:tgtEl>
                                          <p:spTgt spid="22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3" st="3"/>
                                            </p:txEl>
                                          </p:spTgt>
                                        </p:tgtEl>
                                        <p:attrNameLst>
                                          <p:attrName>style.visibility</p:attrName>
                                        </p:attrNameLst>
                                      </p:cBhvr>
                                      <p:to>
                                        <p:strVal val="visible"/>
                                      </p:to>
                                    </p:set>
                                    <p:anim calcmode="lin" valueType="num">
                                      <p:cBhvr additive="base">
                                        <p:cTn dur="500"/>
                                        <p:tgtEl>
                                          <p:spTgt spid="22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4" st="4"/>
                                            </p:txEl>
                                          </p:spTgt>
                                        </p:tgtEl>
                                        <p:attrNameLst>
                                          <p:attrName>style.visibility</p:attrName>
                                        </p:attrNameLst>
                                      </p:cBhvr>
                                      <p:to>
                                        <p:strVal val="visible"/>
                                      </p:to>
                                    </p:set>
                                    <p:anim calcmode="lin" valueType="num">
                                      <p:cBhvr additive="base">
                                        <p:cTn dur="500"/>
                                        <p:tgtEl>
                                          <p:spTgt spid="22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5" st="5"/>
                                            </p:txEl>
                                          </p:spTgt>
                                        </p:tgtEl>
                                        <p:attrNameLst>
                                          <p:attrName>style.visibility</p:attrName>
                                        </p:attrNameLst>
                                      </p:cBhvr>
                                      <p:to>
                                        <p:strVal val="visible"/>
                                      </p:to>
                                    </p:set>
                                    <p:anim calcmode="lin" valueType="num">
                                      <p:cBhvr additive="base">
                                        <p:cTn dur="500"/>
                                        <p:tgtEl>
                                          <p:spTgt spid="22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6" st="6"/>
                                            </p:txEl>
                                          </p:spTgt>
                                        </p:tgtEl>
                                        <p:attrNameLst>
                                          <p:attrName>style.visibility</p:attrName>
                                        </p:attrNameLst>
                                      </p:cBhvr>
                                      <p:to>
                                        <p:strVal val="visible"/>
                                      </p:to>
                                    </p:set>
                                    <p:anim calcmode="lin" valueType="num">
                                      <p:cBhvr additive="base">
                                        <p:cTn dur="500"/>
                                        <p:tgtEl>
                                          <p:spTgt spid="22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2" name="Shape 232"/>
        <p:cNvGrpSpPr/>
        <p:nvPr/>
      </p:nvGrpSpPr>
      <p:grpSpPr>
        <a:xfrm>
          <a:off x="0" y="0"/>
          <a:ext cx="0" cy="0"/>
          <a:chOff x="0" y="0"/>
          <a:chExt cx="0" cy="0"/>
        </a:xfrm>
      </p:grpSpPr>
      <p:sp>
        <p:nvSpPr>
          <p:cNvPr id="233" name="Google Shape;233;g3215cf837de_0_120"/>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pic>
        <p:nvPicPr>
          <p:cNvPr id="234" name="Google Shape;234;g3215cf837de_0_120"/>
          <p:cNvPicPr preferRelativeResize="0"/>
          <p:nvPr/>
        </p:nvPicPr>
        <p:blipFill rotWithShape="1">
          <a:blip r:embed="rId3">
            <a:alphaModFix/>
          </a:blip>
          <a:srcRect b="0" l="0" r="0" t="0"/>
          <a:stretch/>
        </p:blipFill>
        <p:spPr>
          <a:xfrm>
            <a:off x="1495425" y="1062038"/>
            <a:ext cx="6153150" cy="30194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215cf837de_0_57"/>
          <p:cNvSpPr txBox="1"/>
          <p:nvPr>
            <p:ph idx="1" type="body"/>
          </p:nvPr>
        </p:nvSpPr>
        <p:spPr>
          <a:xfrm>
            <a:off x="262800" y="1058998"/>
            <a:ext cx="8517000" cy="2641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IN" sz="1600">
                <a:solidFill>
                  <a:schemeClr val="dk1"/>
                </a:solidFill>
              </a:rPr>
              <a:t>Which of the following combinations is correct ?</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P – II – Yellow </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Q – III – Green </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S – I – Black </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Data inadequate.</a:t>
            </a:r>
            <a:endParaRPr sz="1600">
              <a:solidFill>
                <a:schemeClr val="dk1"/>
              </a:solidFill>
            </a:endParaRPr>
          </a:p>
          <a:p>
            <a:pPr indent="0" lvl="0" marL="45720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240" name="Google Shape;240;g3215cf837de_0_57"/>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12</a:t>
            </a:r>
            <a:endParaRPr b="1" i="0" sz="2000" u="none" cap="none" strike="noStrike">
              <a:solidFill>
                <a:srgbClr val="8182EF"/>
              </a:solidFill>
              <a:latin typeface="Roboto"/>
              <a:ea typeface="Roboto"/>
              <a:cs typeface="Roboto"/>
              <a:sym typeface="Roboto"/>
            </a:endParaRPr>
          </a:p>
        </p:txBody>
      </p:sp>
      <p:sp>
        <p:nvSpPr>
          <p:cNvPr id="241" name="Google Shape;241;g3215cf837de_0_57"/>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Arial"/>
                <a:ea typeface="Arial"/>
                <a:cs typeface="Arial"/>
                <a:sym typeface="Arial"/>
              </a:rPr>
              <a:t>Answer : </a:t>
            </a:r>
            <a:r>
              <a:rPr b="1" i="0" lang="en-IN" sz="1600" u="none" cap="none" strike="noStrike">
                <a:solidFill>
                  <a:srgbClr val="000000"/>
                </a:solidFill>
                <a:latin typeface="Arial"/>
                <a:ea typeface="Arial"/>
                <a:cs typeface="Arial"/>
                <a:sym typeface="Arial"/>
              </a:rPr>
              <a:t>D</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anim calcmode="lin" valueType="num">
                                      <p:cBhvr additive="base">
                                        <p:cTn dur="500"/>
                                        <p:tgtEl>
                                          <p:spTgt spid="23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anim calcmode="lin" valueType="num">
                                      <p:cBhvr additive="base">
                                        <p:cTn dur="500"/>
                                        <p:tgtEl>
                                          <p:spTgt spid="23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anim calcmode="lin" valueType="num">
                                      <p:cBhvr additive="base">
                                        <p:cTn dur="500"/>
                                        <p:tgtEl>
                                          <p:spTgt spid="23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anim calcmode="lin" valueType="num">
                                      <p:cBhvr additive="base">
                                        <p:cTn dur="500"/>
                                        <p:tgtEl>
                                          <p:spTgt spid="23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4" st="4"/>
                                            </p:txEl>
                                          </p:spTgt>
                                        </p:tgtEl>
                                        <p:attrNameLst>
                                          <p:attrName>style.visibility</p:attrName>
                                        </p:attrNameLst>
                                      </p:cBhvr>
                                      <p:to>
                                        <p:strVal val="visible"/>
                                      </p:to>
                                    </p:set>
                                    <p:anim calcmode="lin" valueType="num">
                                      <p:cBhvr additive="base">
                                        <p:cTn dur="500"/>
                                        <p:tgtEl>
                                          <p:spTgt spid="23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5" st="5"/>
                                            </p:txEl>
                                          </p:spTgt>
                                        </p:tgtEl>
                                        <p:attrNameLst>
                                          <p:attrName>style.visibility</p:attrName>
                                        </p:attrNameLst>
                                      </p:cBhvr>
                                      <p:to>
                                        <p:strVal val="visible"/>
                                      </p:to>
                                    </p:set>
                                    <p:anim calcmode="lin" valueType="num">
                                      <p:cBhvr additive="base">
                                        <p:cTn dur="500"/>
                                        <p:tgtEl>
                                          <p:spTgt spid="23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6" st="6"/>
                                            </p:txEl>
                                          </p:spTgt>
                                        </p:tgtEl>
                                        <p:attrNameLst>
                                          <p:attrName>style.visibility</p:attrName>
                                        </p:attrNameLst>
                                      </p:cBhvr>
                                      <p:to>
                                        <p:strVal val="visible"/>
                                      </p:to>
                                    </p:set>
                                    <p:anim calcmode="lin" valueType="num">
                                      <p:cBhvr additive="base">
                                        <p:cTn dur="500"/>
                                        <p:tgtEl>
                                          <p:spTgt spid="23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5" name="Shape 245"/>
        <p:cNvGrpSpPr/>
        <p:nvPr/>
      </p:nvGrpSpPr>
      <p:grpSpPr>
        <a:xfrm>
          <a:off x="0" y="0"/>
          <a:ext cx="0" cy="0"/>
          <a:chOff x="0" y="0"/>
          <a:chExt cx="0" cy="0"/>
        </a:xfrm>
      </p:grpSpPr>
      <p:sp>
        <p:nvSpPr>
          <p:cNvPr id="246" name="Google Shape;246;g3215cf837de_0_124"/>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pic>
        <p:nvPicPr>
          <p:cNvPr id="247" name="Google Shape;247;g3215cf837de_0_124"/>
          <p:cNvPicPr preferRelativeResize="0"/>
          <p:nvPr/>
        </p:nvPicPr>
        <p:blipFill rotWithShape="1">
          <a:blip r:embed="rId3">
            <a:alphaModFix/>
          </a:blip>
          <a:srcRect b="0" l="0" r="0" t="0"/>
          <a:stretch/>
        </p:blipFill>
        <p:spPr>
          <a:xfrm>
            <a:off x="1495425" y="1062038"/>
            <a:ext cx="6153150" cy="30194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215cf837de_0_177"/>
          <p:cNvSpPr txBox="1"/>
          <p:nvPr/>
        </p:nvSpPr>
        <p:spPr>
          <a:xfrm>
            <a:off x="2779775" y="401650"/>
            <a:ext cx="46203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DIRECTION-13 TO 14  QUESTION</a:t>
            </a:r>
            <a:endParaRPr b="1" i="0" sz="2000" u="none" cap="none" strike="noStrike">
              <a:solidFill>
                <a:srgbClr val="8182EF"/>
              </a:solidFill>
              <a:latin typeface="Roboto"/>
              <a:ea typeface="Roboto"/>
              <a:cs typeface="Roboto"/>
              <a:sym typeface="Roboto"/>
            </a:endParaRPr>
          </a:p>
        </p:txBody>
      </p:sp>
      <p:sp>
        <p:nvSpPr>
          <p:cNvPr id="253" name="Google Shape;253;g3215cf837de_0_177"/>
          <p:cNvSpPr txBox="1"/>
          <p:nvPr/>
        </p:nvSpPr>
        <p:spPr>
          <a:xfrm>
            <a:off x="228600" y="914400"/>
            <a:ext cx="8706300" cy="2277900"/>
          </a:xfrm>
          <a:prstGeom prst="rect">
            <a:avLst/>
          </a:prstGeom>
          <a:noFill/>
          <a:ln>
            <a:noFill/>
          </a:ln>
        </p:spPr>
        <p:txBody>
          <a:bodyPr anchorCtr="0" anchor="t" bIns="91425" lIns="91425" spcFirstLastPara="1" rIns="91425" wrap="square" tIns="91425">
            <a:spAutoFit/>
          </a:bodyPr>
          <a:lstStyle/>
          <a:p>
            <a:pPr indent="0" lvl="0" marL="114300" marR="0" rtl="0" algn="l">
              <a:lnSpc>
                <a:spcPct val="150000"/>
              </a:lnSpc>
              <a:spcBef>
                <a:spcPts val="0"/>
              </a:spcBef>
              <a:spcAft>
                <a:spcPts val="0"/>
              </a:spcAft>
              <a:buClr>
                <a:schemeClr val="dk1"/>
              </a:buClr>
              <a:buSzPts val="1800"/>
              <a:buFont typeface="Arial"/>
              <a:buNone/>
            </a:pPr>
            <a:r>
              <a:rPr b="0" i="0" lang="en-IN" sz="1600" u="none" cap="none" strike="noStrike">
                <a:solidFill>
                  <a:schemeClr val="dk1"/>
                </a:solidFill>
                <a:latin typeface="Roboto"/>
                <a:ea typeface="Roboto"/>
                <a:cs typeface="Roboto"/>
                <a:sym typeface="Roboto"/>
              </a:rPr>
              <a:t>Four houses Blue, Green, Red and Yellow are located in a row in the given order. Each of the houses is occupied by a person earning a fixed amount of a salary. The four persons are Paul, Krishna, Laxman, and Som. Read the following instruction carefully:</a:t>
            </a:r>
            <a:endParaRPr b="0" i="0" sz="1600" u="none" cap="none" strike="noStrike">
              <a:solidFill>
                <a:schemeClr val="dk1"/>
              </a:solidFill>
              <a:latin typeface="Roboto"/>
              <a:ea typeface="Roboto"/>
              <a:cs typeface="Roboto"/>
              <a:sym typeface="Roboto"/>
            </a:endParaRPr>
          </a:p>
          <a:p>
            <a:pPr indent="0" lvl="0" marL="114300" marR="0" rtl="0" algn="l">
              <a:lnSpc>
                <a:spcPct val="150000"/>
              </a:lnSpc>
              <a:spcBef>
                <a:spcPts val="0"/>
              </a:spcBef>
              <a:spcAft>
                <a:spcPts val="0"/>
              </a:spcAft>
              <a:buClr>
                <a:schemeClr val="dk1"/>
              </a:buClr>
              <a:buSzPts val="1800"/>
              <a:buFont typeface="Arial"/>
              <a:buNone/>
            </a:pPr>
            <a:r>
              <a:rPr b="1" i="0" lang="en-IN" sz="1600" u="none" cap="none" strike="noStrike">
                <a:solidFill>
                  <a:schemeClr val="dk1"/>
                </a:solidFill>
                <a:latin typeface="Roboto"/>
                <a:ea typeface="Roboto"/>
                <a:cs typeface="Roboto"/>
                <a:sym typeface="Roboto"/>
              </a:rPr>
              <a:t>I.</a:t>
            </a:r>
            <a:r>
              <a:rPr b="0" i="0" lang="en-IN" sz="1600" u="none" cap="none" strike="noStrike">
                <a:solidFill>
                  <a:schemeClr val="dk1"/>
                </a:solidFill>
                <a:latin typeface="Roboto"/>
                <a:ea typeface="Roboto"/>
                <a:cs typeface="Roboto"/>
                <a:sym typeface="Roboto"/>
              </a:rPr>
              <a:t> Paul lives between Som and Krishna</a:t>
            </a:r>
            <a:endParaRPr b="0" i="0" sz="1600" u="none" cap="none" strike="noStrike">
              <a:solidFill>
                <a:schemeClr val="dk1"/>
              </a:solidFill>
              <a:latin typeface="Roboto"/>
              <a:ea typeface="Roboto"/>
              <a:cs typeface="Roboto"/>
              <a:sym typeface="Roboto"/>
            </a:endParaRPr>
          </a:p>
          <a:p>
            <a:pPr indent="0" lvl="0" marL="114300" marR="0" rtl="0" algn="l">
              <a:lnSpc>
                <a:spcPct val="150000"/>
              </a:lnSpc>
              <a:spcBef>
                <a:spcPts val="0"/>
              </a:spcBef>
              <a:spcAft>
                <a:spcPts val="0"/>
              </a:spcAft>
              <a:buClr>
                <a:schemeClr val="dk1"/>
              </a:buClr>
              <a:buSzPts val="1800"/>
              <a:buFont typeface="Arial"/>
              <a:buNone/>
            </a:pPr>
            <a:r>
              <a:rPr b="1" i="0" lang="en-IN" sz="1600" u="none" cap="none" strike="noStrike">
                <a:solidFill>
                  <a:schemeClr val="dk1"/>
                </a:solidFill>
                <a:latin typeface="Roboto"/>
                <a:ea typeface="Roboto"/>
                <a:cs typeface="Roboto"/>
                <a:sym typeface="Roboto"/>
              </a:rPr>
              <a:t>II.</a:t>
            </a:r>
            <a:r>
              <a:rPr b="0" i="0" lang="en-IN" sz="1600" u="none" cap="none" strike="noStrike">
                <a:solidFill>
                  <a:schemeClr val="dk1"/>
                </a:solidFill>
                <a:latin typeface="Roboto"/>
                <a:ea typeface="Roboto"/>
                <a:cs typeface="Roboto"/>
                <a:sym typeface="Roboto"/>
              </a:rPr>
              <a:t> Laxman does not stay in Blue house</a:t>
            </a:r>
            <a:endParaRPr b="0" i="0" sz="1600" u="none" cap="none" strike="noStrike">
              <a:solidFill>
                <a:schemeClr val="dk1"/>
              </a:solidFill>
              <a:latin typeface="Roboto"/>
              <a:ea typeface="Roboto"/>
              <a:cs typeface="Roboto"/>
              <a:sym typeface="Roboto"/>
            </a:endParaRPr>
          </a:p>
          <a:p>
            <a:pPr indent="0" lvl="0" marL="114300" marR="0" rtl="0" algn="l">
              <a:lnSpc>
                <a:spcPct val="150000"/>
              </a:lnSpc>
              <a:spcBef>
                <a:spcPts val="0"/>
              </a:spcBef>
              <a:spcAft>
                <a:spcPts val="0"/>
              </a:spcAft>
              <a:buClr>
                <a:schemeClr val="dk1"/>
              </a:buClr>
              <a:buSzPts val="1800"/>
              <a:buFont typeface="Arial"/>
              <a:buNone/>
            </a:pPr>
            <a:r>
              <a:rPr b="1" i="0" lang="en-IN" sz="1600" u="none" cap="none" strike="noStrike">
                <a:solidFill>
                  <a:schemeClr val="dk1"/>
                </a:solidFill>
                <a:latin typeface="Roboto"/>
                <a:ea typeface="Roboto"/>
                <a:cs typeface="Roboto"/>
                <a:sym typeface="Roboto"/>
              </a:rPr>
              <a:t>III.</a:t>
            </a:r>
            <a:r>
              <a:rPr b="0" i="0" lang="en-IN" sz="1600" u="none" cap="none" strike="noStrike">
                <a:solidFill>
                  <a:schemeClr val="dk1"/>
                </a:solidFill>
                <a:latin typeface="Roboto"/>
                <a:ea typeface="Roboto"/>
                <a:cs typeface="Roboto"/>
                <a:sym typeface="Roboto"/>
              </a:rPr>
              <a:t> The person living in Red house earns more than that of person living</a:t>
            </a:r>
            <a:endParaRPr b="1" i="0" sz="1600" u="none" cap="none" strike="noStrike">
              <a:solidFill>
                <a:schemeClr val="dk1"/>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215cf837de_0_182"/>
          <p:cNvSpPr txBox="1"/>
          <p:nvPr/>
        </p:nvSpPr>
        <p:spPr>
          <a:xfrm>
            <a:off x="2779775" y="401650"/>
            <a:ext cx="46203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DIRECTION-13 TO 14  QUESTION</a:t>
            </a:r>
            <a:endParaRPr b="1" i="0" sz="2000" u="none" cap="none" strike="noStrike">
              <a:solidFill>
                <a:srgbClr val="8182EF"/>
              </a:solidFill>
              <a:latin typeface="Roboto"/>
              <a:ea typeface="Roboto"/>
              <a:cs typeface="Roboto"/>
              <a:sym typeface="Roboto"/>
            </a:endParaRPr>
          </a:p>
        </p:txBody>
      </p:sp>
      <p:sp>
        <p:nvSpPr>
          <p:cNvPr id="259" name="Google Shape;259;g3215cf837de_0_182"/>
          <p:cNvSpPr txBox="1"/>
          <p:nvPr/>
        </p:nvSpPr>
        <p:spPr>
          <a:xfrm>
            <a:off x="228600" y="914400"/>
            <a:ext cx="8706300" cy="3016800"/>
          </a:xfrm>
          <a:prstGeom prst="rect">
            <a:avLst/>
          </a:prstGeom>
          <a:noFill/>
          <a:ln>
            <a:noFill/>
          </a:ln>
        </p:spPr>
        <p:txBody>
          <a:bodyPr anchorCtr="0" anchor="t" bIns="91425" lIns="91425" spcFirstLastPara="1" rIns="91425" wrap="square" tIns="91425">
            <a:spAutoFit/>
          </a:bodyPr>
          <a:lstStyle/>
          <a:p>
            <a:pPr indent="0" lvl="0" marL="114300" marR="0" rtl="0" algn="l">
              <a:lnSpc>
                <a:spcPct val="150000"/>
              </a:lnSpc>
              <a:spcBef>
                <a:spcPts val="0"/>
              </a:spcBef>
              <a:spcAft>
                <a:spcPts val="0"/>
              </a:spcAft>
              <a:buClr>
                <a:schemeClr val="dk1"/>
              </a:buClr>
              <a:buSzPts val="1800"/>
              <a:buFont typeface="Arial"/>
              <a:buNone/>
            </a:pPr>
            <a:r>
              <a:rPr b="1" i="0" lang="en-IN" sz="1600" u="none" cap="none" strike="noStrike">
                <a:solidFill>
                  <a:schemeClr val="dk1"/>
                </a:solidFill>
                <a:latin typeface="Roboto"/>
                <a:ea typeface="Roboto"/>
                <a:cs typeface="Roboto"/>
                <a:sym typeface="Roboto"/>
              </a:rPr>
              <a:t>IV.</a:t>
            </a:r>
            <a:r>
              <a:rPr b="0" i="0" lang="en-IN" sz="1600" u="none" cap="none" strike="noStrike">
                <a:solidFill>
                  <a:schemeClr val="dk1"/>
                </a:solidFill>
                <a:latin typeface="Roboto"/>
                <a:ea typeface="Roboto"/>
                <a:cs typeface="Roboto"/>
                <a:sym typeface="Roboto"/>
              </a:rPr>
              <a:t> Salary of Som is more than that of Paul but lesser than that of Krishna</a:t>
            </a:r>
            <a:endParaRPr b="0" i="0" sz="1600" u="none" cap="none" strike="noStrike">
              <a:solidFill>
                <a:schemeClr val="dk1"/>
              </a:solidFill>
              <a:latin typeface="Roboto"/>
              <a:ea typeface="Roboto"/>
              <a:cs typeface="Roboto"/>
              <a:sym typeface="Roboto"/>
            </a:endParaRPr>
          </a:p>
          <a:p>
            <a:pPr indent="0" lvl="0" marL="114300" marR="0" rtl="0" algn="l">
              <a:lnSpc>
                <a:spcPct val="150000"/>
              </a:lnSpc>
              <a:spcBef>
                <a:spcPts val="0"/>
              </a:spcBef>
              <a:spcAft>
                <a:spcPts val="0"/>
              </a:spcAft>
              <a:buClr>
                <a:schemeClr val="dk1"/>
              </a:buClr>
              <a:buSzPts val="1800"/>
              <a:buFont typeface="Arial"/>
              <a:buNone/>
            </a:pPr>
            <a:r>
              <a:rPr b="1" i="0" lang="en-IN" sz="1600" u="none" cap="none" strike="noStrike">
                <a:solidFill>
                  <a:schemeClr val="dk1"/>
                </a:solidFill>
                <a:latin typeface="Roboto"/>
                <a:ea typeface="Roboto"/>
                <a:cs typeface="Roboto"/>
                <a:sym typeface="Roboto"/>
              </a:rPr>
              <a:t>V.</a:t>
            </a:r>
            <a:r>
              <a:rPr b="0" i="0" lang="en-IN" sz="1600" u="none" cap="none" strike="noStrike">
                <a:solidFill>
                  <a:schemeClr val="dk1"/>
                </a:solidFill>
                <a:latin typeface="Roboto"/>
                <a:ea typeface="Roboto"/>
                <a:cs typeface="Roboto"/>
                <a:sym typeface="Roboto"/>
              </a:rPr>
              <a:t> One of the person earns ₹ 80, 000</a:t>
            </a:r>
            <a:endParaRPr b="0" i="0" sz="1600" u="none" cap="none" strike="noStrike">
              <a:solidFill>
                <a:schemeClr val="dk1"/>
              </a:solidFill>
              <a:latin typeface="Roboto"/>
              <a:ea typeface="Roboto"/>
              <a:cs typeface="Roboto"/>
              <a:sym typeface="Roboto"/>
            </a:endParaRPr>
          </a:p>
          <a:p>
            <a:pPr indent="0" lvl="0" marL="114300" marR="0" rtl="0" algn="l">
              <a:lnSpc>
                <a:spcPct val="150000"/>
              </a:lnSpc>
              <a:spcBef>
                <a:spcPts val="0"/>
              </a:spcBef>
              <a:spcAft>
                <a:spcPts val="0"/>
              </a:spcAft>
              <a:buClr>
                <a:schemeClr val="dk1"/>
              </a:buClr>
              <a:buSzPts val="1800"/>
              <a:buFont typeface="Arial"/>
              <a:buNone/>
            </a:pPr>
            <a:r>
              <a:rPr b="1" i="0" lang="en-IN" sz="1600" u="none" cap="none" strike="noStrike">
                <a:solidFill>
                  <a:schemeClr val="dk1"/>
                </a:solidFill>
                <a:latin typeface="Roboto"/>
                <a:ea typeface="Roboto"/>
                <a:cs typeface="Roboto"/>
                <a:sym typeface="Roboto"/>
              </a:rPr>
              <a:t>VI.</a:t>
            </a:r>
            <a:r>
              <a:rPr b="0" i="0" lang="en-IN" sz="1600" u="none" cap="none" strike="noStrike">
                <a:solidFill>
                  <a:schemeClr val="dk1"/>
                </a:solidFill>
                <a:latin typeface="Roboto"/>
                <a:ea typeface="Roboto"/>
                <a:cs typeface="Roboto"/>
                <a:sym typeface="Roboto"/>
              </a:rPr>
              <a:t> The person earning ₹ 110,000 is not Laxman</a:t>
            </a:r>
            <a:endParaRPr b="0" i="0" sz="1600" u="none" cap="none" strike="noStrike">
              <a:solidFill>
                <a:schemeClr val="dk1"/>
              </a:solidFill>
              <a:latin typeface="Roboto"/>
              <a:ea typeface="Roboto"/>
              <a:cs typeface="Roboto"/>
              <a:sym typeface="Roboto"/>
            </a:endParaRPr>
          </a:p>
          <a:p>
            <a:pPr indent="0" lvl="0" marL="114300" marR="0" rtl="0" algn="l">
              <a:lnSpc>
                <a:spcPct val="150000"/>
              </a:lnSpc>
              <a:spcBef>
                <a:spcPts val="0"/>
              </a:spcBef>
              <a:spcAft>
                <a:spcPts val="0"/>
              </a:spcAft>
              <a:buClr>
                <a:schemeClr val="dk1"/>
              </a:buClr>
              <a:buSzPts val="1800"/>
              <a:buFont typeface="Arial"/>
              <a:buNone/>
            </a:pPr>
            <a:r>
              <a:rPr b="1" i="0" lang="en-IN" sz="1600" u="none" cap="none" strike="noStrike">
                <a:solidFill>
                  <a:schemeClr val="dk1"/>
                </a:solidFill>
                <a:latin typeface="Roboto"/>
                <a:ea typeface="Roboto"/>
                <a:cs typeface="Roboto"/>
                <a:sym typeface="Roboto"/>
              </a:rPr>
              <a:t>VII.</a:t>
            </a:r>
            <a:r>
              <a:rPr b="0" i="0" lang="en-IN" sz="1600" u="none" cap="none" strike="noStrike">
                <a:solidFill>
                  <a:schemeClr val="dk1"/>
                </a:solidFill>
                <a:latin typeface="Roboto"/>
                <a:ea typeface="Roboto"/>
                <a:cs typeface="Roboto"/>
                <a:sym typeface="Roboto"/>
              </a:rPr>
              <a:t> The salary difference between Laxman and Son is ₹ 30,000</a:t>
            </a:r>
            <a:endParaRPr b="0" i="0" sz="1600" u="none" cap="none" strike="noStrike">
              <a:solidFill>
                <a:schemeClr val="dk1"/>
              </a:solidFill>
              <a:latin typeface="Roboto"/>
              <a:ea typeface="Roboto"/>
              <a:cs typeface="Roboto"/>
              <a:sym typeface="Roboto"/>
            </a:endParaRPr>
          </a:p>
          <a:p>
            <a:pPr indent="0" lvl="0" marL="114300" marR="0" rtl="0" algn="l">
              <a:lnSpc>
                <a:spcPct val="150000"/>
              </a:lnSpc>
              <a:spcBef>
                <a:spcPts val="0"/>
              </a:spcBef>
              <a:spcAft>
                <a:spcPts val="0"/>
              </a:spcAft>
              <a:buClr>
                <a:schemeClr val="dk1"/>
              </a:buClr>
              <a:buSzPts val="1800"/>
              <a:buFont typeface="Arial"/>
              <a:buNone/>
            </a:pPr>
            <a:r>
              <a:rPr b="1" i="0" lang="en-IN" sz="1600" u="none" cap="none" strike="noStrike">
                <a:solidFill>
                  <a:schemeClr val="dk1"/>
                </a:solidFill>
                <a:latin typeface="Roboto"/>
                <a:ea typeface="Roboto"/>
                <a:cs typeface="Roboto"/>
                <a:sym typeface="Roboto"/>
              </a:rPr>
              <a:t>VIII.</a:t>
            </a:r>
            <a:r>
              <a:rPr b="0" i="0" lang="en-IN" sz="1600" u="none" cap="none" strike="noStrike">
                <a:solidFill>
                  <a:schemeClr val="dk1"/>
                </a:solidFill>
                <a:latin typeface="Roboto"/>
                <a:ea typeface="Roboto"/>
                <a:cs typeface="Roboto"/>
                <a:sym typeface="Roboto"/>
              </a:rPr>
              <a:t> The House in which Krishna lives is located between houses with persons earning salaries of 30,000 and ₹ 50,000</a:t>
            </a:r>
            <a:endParaRPr b="0" i="0" sz="1600" u="none" cap="none" strike="noStrike">
              <a:solidFill>
                <a:schemeClr val="dk1"/>
              </a:solidFill>
              <a:latin typeface="Roboto"/>
              <a:ea typeface="Roboto"/>
              <a:cs typeface="Roboto"/>
              <a:sym typeface="Roboto"/>
            </a:endParaRPr>
          </a:p>
          <a:p>
            <a:pPr indent="0" lvl="0" marL="114300" marR="0" rtl="0" algn="l">
              <a:lnSpc>
                <a:spcPct val="150000"/>
              </a:lnSpc>
              <a:spcBef>
                <a:spcPts val="0"/>
              </a:spcBef>
              <a:spcAft>
                <a:spcPts val="0"/>
              </a:spcAft>
              <a:buClr>
                <a:schemeClr val="dk1"/>
              </a:buClr>
              <a:buSzPts val="1800"/>
              <a:buFont typeface="Arial"/>
              <a:buNone/>
            </a:pPr>
            <a:r>
              <a:rPr b="1" i="0" lang="en-IN" sz="1600" u="none" cap="none" strike="noStrike">
                <a:solidFill>
                  <a:schemeClr val="dk1"/>
                </a:solidFill>
                <a:latin typeface="Roboto"/>
                <a:ea typeface="Roboto"/>
                <a:cs typeface="Roboto"/>
                <a:sym typeface="Roboto"/>
              </a:rPr>
              <a:t>IX.</a:t>
            </a:r>
            <a:r>
              <a:rPr b="0" i="0" lang="en-IN" sz="1600" u="none" cap="none" strike="noStrike">
                <a:solidFill>
                  <a:schemeClr val="dk1"/>
                </a:solidFill>
                <a:latin typeface="Roboto"/>
                <a:ea typeface="Roboto"/>
                <a:cs typeface="Roboto"/>
                <a:sym typeface="Roboto"/>
              </a:rPr>
              <a:t> Krishna does not live in Yellow house, and the person living in yellow house is not earning lowest salary among the four persons. </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3215cf837de_0_63"/>
          <p:cNvSpPr txBox="1"/>
          <p:nvPr>
            <p:ph idx="1" type="body"/>
          </p:nvPr>
        </p:nvSpPr>
        <p:spPr>
          <a:xfrm>
            <a:off x="262800" y="1058998"/>
            <a:ext cx="8517000" cy="2641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IN" sz="1600">
                <a:solidFill>
                  <a:schemeClr val="dk1"/>
                </a:solidFill>
              </a:rPr>
              <a:t>Who lives in Red house?</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Paul</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Krishna</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Laxman</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Son</a:t>
            </a:r>
            <a:endParaRPr sz="1600">
              <a:solidFill>
                <a:schemeClr val="dk1"/>
              </a:solidFill>
            </a:endParaRPr>
          </a:p>
          <a:p>
            <a:pPr indent="0" lvl="0" marL="45720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265" name="Google Shape;265;g3215cf837de_0_63"/>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13</a:t>
            </a:r>
            <a:endParaRPr b="1" i="0" sz="2000" u="none" cap="none" strike="noStrike">
              <a:solidFill>
                <a:srgbClr val="8182EF"/>
              </a:solidFill>
              <a:latin typeface="Roboto"/>
              <a:ea typeface="Roboto"/>
              <a:cs typeface="Roboto"/>
              <a:sym typeface="Roboto"/>
            </a:endParaRPr>
          </a:p>
        </p:txBody>
      </p:sp>
      <p:sp>
        <p:nvSpPr>
          <p:cNvPr id="266" name="Google Shape;266;g3215cf837de_0_63"/>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Arial"/>
                <a:ea typeface="Arial"/>
                <a:cs typeface="Arial"/>
                <a:sym typeface="Arial"/>
              </a:rPr>
              <a:t>Answer : </a:t>
            </a:r>
            <a:r>
              <a:rPr b="1" i="0" lang="en-IN" sz="1600" u="none" cap="none" strike="noStrike">
                <a:solidFill>
                  <a:srgbClr val="000000"/>
                </a:solidFill>
                <a:latin typeface="Arial"/>
                <a:ea typeface="Arial"/>
                <a:cs typeface="Arial"/>
                <a:sym typeface="Arial"/>
              </a:rPr>
              <a:t>B</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4">
                                            <p:txEl>
                                              <p:pRg end="0" st="0"/>
                                            </p:txEl>
                                          </p:spTgt>
                                        </p:tgtEl>
                                        <p:attrNameLst>
                                          <p:attrName>style.visibility</p:attrName>
                                        </p:attrNameLst>
                                      </p:cBhvr>
                                      <p:to>
                                        <p:strVal val="visible"/>
                                      </p:to>
                                    </p:set>
                                    <p:anim calcmode="lin" valueType="num">
                                      <p:cBhvr additive="base">
                                        <p:cTn dur="500"/>
                                        <p:tgtEl>
                                          <p:spTgt spid="26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4">
                                            <p:txEl>
                                              <p:pRg end="1" st="1"/>
                                            </p:txEl>
                                          </p:spTgt>
                                        </p:tgtEl>
                                        <p:attrNameLst>
                                          <p:attrName>style.visibility</p:attrName>
                                        </p:attrNameLst>
                                      </p:cBhvr>
                                      <p:to>
                                        <p:strVal val="visible"/>
                                      </p:to>
                                    </p:set>
                                    <p:anim calcmode="lin" valueType="num">
                                      <p:cBhvr additive="base">
                                        <p:cTn dur="500"/>
                                        <p:tgtEl>
                                          <p:spTgt spid="26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4">
                                            <p:txEl>
                                              <p:pRg end="2" st="2"/>
                                            </p:txEl>
                                          </p:spTgt>
                                        </p:tgtEl>
                                        <p:attrNameLst>
                                          <p:attrName>style.visibility</p:attrName>
                                        </p:attrNameLst>
                                      </p:cBhvr>
                                      <p:to>
                                        <p:strVal val="visible"/>
                                      </p:to>
                                    </p:set>
                                    <p:anim calcmode="lin" valueType="num">
                                      <p:cBhvr additive="base">
                                        <p:cTn dur="500"/>
                                        <p:tgtEl>
                                          <p:spTgt spid="26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4">
                                            <p:txEl>
                                              <p:pRg end="3" st="3"/>
                                            </p:txEl>
                                          </p:spTgt>
                                        </p:tgtEl>
                                        <p:attrNameLst>
                                          <p:attrName>style.visibility</p:attrName>
                                        </p:attrNameLst>
                                      </p:cBhvr>
                                      <p:to>
                                        <p:strVal val="visible"/>
                                      </p:to>
                                    </p:set>
                                    <p:anim calcmode="lin" valueType="num">
                                      <p:cBhvr additive="base">
                                        <p:cTn dur="500"/>
                                        <p:tgtEl>
                                          <p:spTgt spid="26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4">
                                            <p:txEl>
                                              <p:pRg end="4" st="4"/>
                                            </p:txEl>
                                          </p:spTgt>
                                        </p:tgtEl>
                                        <p:attrNameLst>
                                          <p:attrName>style.visibility</p:attrName>
                                        </p:attrNameLst>
                                      </p:cBhvr>
                                      <p:to>
                                        <p:strVal val="visible"/>
                                      </p:to>
                                    </p:set>
                                    <p:anim calcmode="lin" valueType="num">
                                      <p:cBhvr additive="base">
                                        <p:cTn dur="500"/>
                                        <p:tgtEl>
                                          <p:spTgt spid="26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4">
                                            <p:txEl>
                                              <p:pRg end="5" st="5"/>
                                            </p:txEl>
                                          </p:spTgt>
                                        </p:tgtEl>
                                        <p:attrNameLst>
                                          <p:attrName>style.visibility</p:attrName>
                                        </p:attrNameLst>
                                      </p:cBhvr>
                                      <p:to>
                                        <p:strVal val="visible"/>
                                      </p:to>
                                    </p:set>
                                    <p:anim calcmode="lin" valueType="num">
                                      <p:cBhvr additive="base">
                                        <p:cTn dur="500"/>
                                        <p:tgtEl>
                                          <p:spTgt spid="26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4">
                                            <p:txEl>
                                              <p:pRg end="6" st="6"/>
                                            </p:txEl>
                                          </p:spTgt>
                                        </p:tgtEl>
                                        <p:attrNameLst>
                                          <p:attrName>style.visibility</p:attrName>
                                        </p:attrNameLst>
                                      </p:cBhvr>
                                      <p:to>
                                        <p:strVal val="visible"/>
                                      </p:to>
                                    </p:set>
                                    <p:anim calcmode="lin" valueType="num">
                                      <p:cBhvr additive="base">
                                        <p:cTn dur="500"/>
                                        <p:tgtEl>
                                          <p:spTgt spid="26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0" name="Shape 270"/>
        <p:cNvGrpSpPr/>
        <p:nvPr/>
      </p:nvGrpSpPr>
      <p:grpSpPr>
        <a:xfrm>
          <a:off x="0" y="0"/>
          <a:ext cx="0" cy="0"/>
          <a:chOff x="0" y="0"/>
          <a:chExt cx="0" cy="0"/>
        </a:xfrm>
      </p:grpSpPr>
      <p:sp>
        <p:nvSpPr>
          <p:cNvPr id="271" name="Google Shape;271;g3215cf837de_0_128"/>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pic>
        <p:nvPicPr>
          <p:cNvPr id="272" name="Google Shape;272;g3215cf837de_0_128"/>
          <p:cNvPicPr preferRelativeResize="0"/>
          <p:nvPr/>
        </p:nvPicPr>
        <p:blipFill rotWithShape="1">
          <a:blip r:embed="rId3">
            <a:alphaModFix/>
          </a:blip>
          <a:srcRect b="0" l="0" r="0" t="0"/>
          <a:stretch/>
        </p:blipFill>
        <p:spPr>
          <a:xfrm>
            <a:off x="720725" y="1439875"/>
            <a:ext cx="7849951" cy="30616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215cf837de_0_69"/>
          <p:cNvSpPr txBox="1"/>
          <p:nvPr>
            <p:ph idx="1" type="body"/>
          </p:nvPr>
        </p:nvSpPr>
        <p:spPr>
          <a:xfrm>
            <a:off x="262800" y="1058998"/>
            <a:ext cx="8517000" cy="2641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IN" sz="1600">
                <a:solidFill>
                  <a:schemeClr val="dk1"/>
                </a:solidFill>
              </a:rPr>
              <a:t>Which house is occupied by person earning highest salary ?</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Blue</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Green</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Red</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IN" sz="1600">
                <a:solidFill>
                  <a:schemeClr val="dk1"/>
                </a:solidFill>
              </a:rPr>
              <a:t>Yellow</a:t>
            </a:r>
            <a:endParaRPr sz="1600">
              <a:solidFill>
                <a:schemeClr val="dk1"/>
              </a:solidFill>
            </a:endParaRPr>
          </a:p>
          <a:p>
            <a:pPr indent="0" lvl="0" marL="457200" rtl="0" algn="l">
              <a:lnSpc>
                <a:spcPct val="150000"/>
              </a:lnSpc>
              <a:spcBef>
                <a:spcPts val="800"/>
              </a:spcBef>
              <a:spcAft>
                <a:spcPts val="0"/>
              </a:spcAft>
              <a:buSzPts val="1800"/>
              <a:buNone/>
            </a:pPr>
            <a:br>
              <a:rPr lang="en-IN" sz="1600">
                <a:solidFill>
                  <a:schemeClr val="dk1"/>
                </a:solidFill>
              </a:rPr>
            </a:br>
            <a:endParaRPr sz="1600">
              <a:solidFill>
                <a:schemeClr val="dk1"/>
              </a:solidFill>
            </a:endParaRPr>
          </a:p>
        </p:txBody>
      </p:sp>
      <p:sp>
        <p:nvSpPr>
          <p:cNvPr id="278" name="Google Shape;278;g3215cf837de_0_69"/>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14</a:t>
            </a:r>
            <a:endParaRPr b="1" i="0" sz="2000" u="none" cap="none" strike="noStrike">
              <a:solidFill>
                <a:srgbClr val="8182EF"/>
              </a:solidFill>
              <a:latin typeface="Roboto"/>
              <a:ea typeface="Roboto"/>
              <a:cs typeface="Roboto"/>
              <a:sym typeface="Roboto"/>
            </a:endParaRPr>
          </a:p>
        </p:txBody>
      </p:sp>
      <p:sp>
        <p:nvSpPr>
          <p:cNvPr id="279" name="Google Shape;279;g3215cf837de_0_69"/>
          <p:cNvSpPr txBox="1"/>
          <p:nvPr/>
        </p:nvSpPr>
        <p:spPr>
          <a:xfrm>
            <a:off x="7189450" y="4324350"/>
            <a:ext cx="14565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Arial"/>
                <a:ea typeface="Arial"/>
                <a:cs typeface="Arial"/>
                <a:sym typeface="Arial"/>
              </a:rPr>
              <a:t>Answer : </a:t>
            </a:r>
            <a:r>
              <a:rPr b="1" i="0" lang="en-IN" sz="1600" u="none" cap="none" strike="noStrike">
                <a:solidFill>
                  <a:srgbClr val="000000"/>
                </a:solidFill>
                <a:latin typeface="Arial"/>
                <a:ea typeface="Arial"/>
                <a:cs typeface="Arial"/>
                <a:sym typeface="Arial"/>
              </a:rPr>
              <a:t>C</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
                                            <p:txEl>
                                              <p:pRg end="0" st="0"/>
                                            </p:txEl>
                                          </p:spTgt>
                                        </p:tgtEl>
                                        <p:attrNameLst>
                                          <p:attrName>style.visibility</p:attrName>
                                        </p:attrNameLst>
                                      </p:cBhvr>
                                      <p:to>
                                        <p:strVal val="visible"/>
                                      </p:to>
                                    </p:set>
                                    <p:anim calcmode="lin" valueType="num">
                                      <p:cBhvr additive="base">
                                        <p:cTn dur="500"/>
                                        <p:tgtEl>
                                          <p:spTgt spid="27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
                                            <p:txEl>
                                              <p:pRg end="1" st="1"/>
                                            </p:txEl>
                                          </p:spTgt>
                                        </p:tgtEl>
                                        <p:attrNameLst>
                                          <p:attrName>style.visibility</p:attrName>
                                        </p:attrNameLst>
                                      </p:cBhvr>
                                      <p:to>
                                        <p:strVal val="visible"/>
                                      </p:to>
                                    </p:set>
                                    <p:anim calcmode="lin" valueType="num">
                                      <p:cBhvr additive="base">
                                        <p:cTn dur="500"/>
                                        <p:tgtEl>
                                          <p:spTgt spid="27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
                                            <p:txEl>
                                              <p:pRg end="2" st="2"/>
                                            </p:txEl>
                                          </p:spTgt>
                                        </p:tgtEl>
                                        <p:attrNameLst>
                                          <p:attrName>style.visibility</p:attrName>
                                        </p:attrNameLst>
                                      </p:cBhvr>
                                      <p:to>
                                        <p:strVal val="visible"/>
                                      </p:to>
                                    </p:set>
                                    <p:anim calcmode="lin" valueType="num">
                                      <p:cBhvr additive="base">
                                        <p:cTn dur="500"/>
                                        <p:tgtEl>
                                          <p:spTgt spid="27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
                                            <p:txEl>
                                              <p:pRg end="3" st="3"/>
                                            </p:txEl>
                                          </p:spTgt>
                                        </p:tgtEl>
                                        <p:attrNameLst>
                                          <p:attrName>style.visibility</p:attrName>
                                        </p:attrNameLst>
                                      </p:cBhvr>
                                      <p:to>
                                        <p:strVal val="visible"/>
                                      </p:to>
                                    </p:set>
                                    <p:anim calcmode="lin" valueType="num">
                                      <p:cBhvr additive="base">
                                        <p:cTn dur="500"/>
                                        <p:tgtEl>
                                          <p:spTgt spid="27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
                                            <p:txEl>
                                              <p:pRg end="4" st="4"/>
                                            </p:txEl>
                                          </p:spTgt>
                                        </p:tgtEl>
                                        <p:attrNameLst>
                                          <p:attrName>style.visibility</p:attrName>
                                        </p:attrNameLst>
                                      </p:cBhvr>
                                      <p:to>
                                        <p:strVal val="visible"/>
                                      </p:to>
                                    </p:set>
                                    <p:anim calcmode="lin" valueType="num">
                                      <p:cBhvr additive="base">
                                        <p:cTn dur="500"/>
                                        <p:tgtEl>
                                          <p:spTgt spid="27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
                                            <p:txEl>
                                              <p:pRg end="5" st="5"/>
                                            </p:txEl>
                                          </p:spTgt>
                                        </p:tgtEl>
                                        <p:attrNameLst>
                                          <p:attrName>style.visibility</p:attrName>
                                        </p:attrNameLst>
                                      </p:cBhvr>
                                      <p:to>
                                        <p:strVal val="visible"/>
                                      </p:to>
                                    </p:set>
                                    <p:anim calcmode="lin" valueType="num">
                                      <p:cBhvr additive="base">
                                        <p:cTn dur="500"/>
                                        <p:tgtEl>
                                          <p:spTgt spid="27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
                                            <p:txEl>
                                              <p:pRg end="6" st="6"/>
                                            </p:txEl>
                                          </p:spTgt>
                                        </p:tgtEl>
                                        <p:attrNameLst>
                                          <p:attrName>style.visibility</p:attrName>
                                        </p:attrNameLst>
                                      </p:cBhvr>
                                      <p:to>
                                        <p:strVal val="visible"/>
                                      </p:to>
                                    </p:set>
                                    <p:anim calcmode="lin" valueType="num">
                                      <p:cBhvr additive="base">
                                        <p:cTn dur="500"/>
                                        <p:tgtEl>
                                          <p:spTgt spid="27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3" name="Shape 283"/>
        <p:cNvGrpSpPr/>
        <p:nvPr/>
      </p:nvGrpSpPr>
      <p:grpSpPr>
        <a:xfrm>
          <a:off x="0" y="0"/>
          <a:ext cx="0" cy="0"/>
          <a:chOff x="0" y="0"/>
          <a:chExt cx="0" cy="0"/>
        </a:xfrm>
      </p:grpSpPr>
      <p:sp>
        <p:nvSpPr>
          <p:cNvPr id="284" name="Google Shape;284;g3215cf837de_0_132"/>
          <p:cNvSpPr txBox="1"/>
          <p:nvPr/>
        </p:nvSpPr>
        <p:spPr>
          <a:xfrm>
            <a:off x="265175" y="5540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pic>
        <p:nvPicPr>
          <p:cNvPr id="285" name="Google Shape;285;g3215cf837de_0_132"/>
          <p:cNvPicPr preferRelativeResize="0"/>
          <p:nvPr/>
        </p:nvPicPr>
        <p:blipFill rotWithShape="1">
          <a:blip r:embed="rId3">
            <a:alphaModFix/>
          </a:blip>
          <a:srcRect b="0" l="0" r="0" t="0"/>
          <a:stretch/>
        </p:blipFill>
        <p:spPr>
          <a:xfrm>
            <a:off x="647025" y="1311950"/>
            <a:ext cx="7849951" cy="306162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4"/>
          <p:cNvSpPr/>
          <p:nvPr/>
        </p:nvSpPr>
        <p:spPr>
          <a:xfrm>
            <a:off x="555120" y="91584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91" name="Google Shape;291;p44"/>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292" name="Google Shape;292;p44"/>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98" name="Google Shape;298;p4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299" name="Google Shape;299;p4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00" name="Google Shape;300;p45"/>
          <p:cNvSpPr txBox="1"/>
          <p:nvPr/>
        </p:nvSpPr>
        <p:spPr>
          <a:xfrm>
            <a:off x="3141000" y="2194650"/>
            <a:ext cx="2862000" cy="75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IN"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301" name="Google Shape;301;p4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02" name="Google Shape;302;p4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03" name="Google Shape;303;p45"/>
          <p:cNvSpPr txBox="1"/>
          <p:nvPr/>
        </p:nvSpPr>
        <p:spPr>
          <a:xfrm>
            <a:off x="1980750" y="4590801"/>
            <a:ext cx="11871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304" name="Google Shape;304;p4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05" name="Google Shape;305;p45"/>
          <p:cNvSpPr txBox="1"/>
          <p:nvPr/>
        </p:nvSpPr>
        <p:spPr>
          <a:xfrm>
            <a:off x="3519050"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306" name="Google Shape;306;p4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07" name="Google Shape;307;p45"/>
          <p:cNvSpPr txBox="1"/>
          <p:nvPr/>
        </p:nvSpPr>
        <p:spPr>
          <a:xfrm>
            <a:off x="5457275"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308" name="Google Shape;308;p4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pooja ram</dc:creator>
</cp:coreProperties>
</file>