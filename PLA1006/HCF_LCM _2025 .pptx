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8" r:id="rId5"/>
    <p:sldMasterId id="2147483667"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y="5143500" cx="9144000"/>
  <p:notesSz cx="6858000" cy="9144000"/>
  <p:embeddedFontLst>
    <p:embeddedFont>
      <p:font typeface="Roboto"/>
      <p:regular r:id="rId47"/>
      <p:bold r:id="rId48"/>
      <p:italic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454">
          <p15:clr>
            <a:srgbClr val="FF00FF"/>
          </p15:clr>
        </p15:guide>
        <p15:guide id="2" orient="horz" pos="2755">
          <p15:clr>
            <a:srgbClr val="FF0000"/>
          </p15:clr>
        </p15:guide>
        <p15:guide id="3" orient="horz" pos="907">
          <p15:clr>
            <a:srgbClr val="FF0000"/>
          </p15:clr>
        </p15:guide>
        <p15:guide id="4" pos="5272">
          <p15:clr>
            <a:srgbClr val="FF00FF"/>
          </p15:clr>
        </p15:guide>
        <p15:guide id="5" orient="horz" pos="707">
          <p15:clr>
            <a:srgbClr val="00FF00"/>
          </p15:clr>
        </p15:guide>
        <p15:guide id="6" orient="horz" pos="397">
          <p15:clr>
            <a:srgbClr val="00FF00"/>
          </p15:clr>
        </p15:guide>
      </p15:sldGuideLst>
    </p:ext>
    <p:ext uri="GoogleSlidesCustomDataVersion2">
      <go:slidesCustomData xmlns:go="http://customooxmlschemas.google.com/" r:id="rId51" roundtripDataSignature="AMtx7miPuXSvjTYxlJfz8s78+bO8roUJj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54"/>
        <p:guide pos="2755" orient="horz"/>
        <p:guide pos="907" orient="horz"/>
        <p:guide pos="5272"/>
        <p:guide pos="707" orient="horz"/>
        <p:guide pos="397"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font" Target="fonts/Roboto-bold.fntdata"/><Relationship Id="rId47" Type="http://schemas.openxmlformats.org/officeDocument/2006/relationships/font" Target="fonts/Roboto-regular.fntdata"/><Relationship Id="rId49" Type="http://schemas.openxmlformats.org/officeDocument/2006/relationships/font" Target="fonts/Roboto-italic.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customschemas.google.com/relationships/presentationmetadata" Target="metadata"/><Relationship Id="rId50" Type="http://schemas.openxmlformats.org/officeDocument/2006/relationships/font" Target="fonts/Roboto-boldItalic.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yjus.com/maths/gcf/"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2aa42f3506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2" name="Google Shape;142;g32aa42f3506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14337fc5d25_0_3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g14337fc5d25_0_3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GB" sz="1050">
                <a:solidFill>
                  <a:srgbClr val="333333"/>
                </a:solidFill>
                <a:highlight>
                  <a:schemeClr val="lt1"/>
                </a:highlight>
                <a:latin typeface="Roboto"/>
                <a:ea typeface="Roboto"/>
                <a:cs typeface="Roboto"/>
                <a:sym typeface="Roboto"/>
              </a:rPr>
              <a:t>The H.C.F. defines the greatest factor present in between given two or more numbers, whereas L.C.M. defines the least number which is exactly divisible by two or more numbers. H.C.F. is also called the </a:t>
            </a:r>
            <a:r>
              <a:rPr lang="en-GB" sz="1050">
                <a:solidFill>
                  <a:srgbClr val="73AD21"/>
                </a:solidFill>
                <a:highlight>
                  <a:schemeClr val="lt1"/>
                </a:highlight>
                <a:uFill>
                  <a:noFill/>
                </a:uFill>
                <a:latin typeface="Roboto"/>
                <a:ea typeface="Roboto"/>
                <a:cs typeface="Roboto"/>
                <a:sym typeface="Roboto"/>
                <a:hlinkClick r:id="rId2">
                  <a:extLst>
                    <a:ext uri="{A12FA001-AC4F-418D-AE19-62706E023703}">
                      <ahyp:hlinkClr val="tx"/>
                    </a:ext>
                  </a:extLst>
                </a:hlinkClick>
              </a:rPr>
              <a:t>greatest common factor (GCF)</a:t>
            </a:r>
            <a:r>
              <a:rPr lang="en-GB" sz="1050">
                <a:solidFill>
                  <a:srgbClr val="333333"/>
                </a:solidFill>
                <a:highlight>
                  <a:schemeClr val="lt1"/>
                </a:highlight>
                <a:latin typeface="Roboto"/>
                <a:ea typeface="Roboto"/>
                <a:cs typeface="Roboto"/>
                <a:sym typeface="Roboto"/>
              </a:rPr>
              <a:t> and LCM is also called the Least Common Divisor.</a:t>
            </a:r>
            <a:endParaRPr b="1" sz="1400">
              <a:solidFill>
                <a:schemeClr val="dk1"/>
              </a:solidFill>
              <a:highlight>
                <a:schemeClr val="lt1"/>
              </a:highlight>
              <a:latin typeface="Roboto"/>
              <a:ea typeface="Roboto"/>
              <a:cs typeface="Roboto"/>
              <a:sym typeface="Roboto"/>
            </a:endParaRPr>
          </a:p>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1ef0a2ba5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g31ef0a2ba5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GB" sz="1000">
                <a:solidFill>
                  <a:schemeClr val="dk1"/>
                </a:solidFill>
              </a:rPr>
              <a:t>Highest Common Factor (HCF):</a:t>
            </a:r>
            <a:endParaRPr b="1" sz="1000">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GB" sz="1000">
                <a:solidFill>
                  <a:schemeClr val="dk1"/>
                </a:solidFill>
              </a:rPr>
              <a:t>Highest Common Factor of two or more numbers is the greatest number which divides each of them exactly.</a:t>
            </a:r>
            <a:endParaRPr b="1"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Example: </a:t>
            </a:r>
            <a:r>
              <a:rPr lang="en-GB" sz="1000">
                <a:solidFill>
                  <a:schemeClr val="dk1"/>
                </a:solidFill>
              </a:rPr>
              <a:t>HCF of 60 and 75 = 15 because 15 is the highest number which divides both 60 and 75 exactly.</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Finding HCF using prime factorization method or division method</a:t>
            </a:r>
            <a:endParaRPr b="1"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Step1:</a:t>
            </a:r>
            <a:r>
              <a:rPr lang="en-GB" sz="1000">
                <a:solidFill>
                  <a:schemeClr val="dk1"/>
                </a:solidFill>
              </a:rPr>
              <a:t> Express each number as a product of prime factors.</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Step2: </a:t>
            </a:r>
            <a:r>
              <a:rPr lang="en-GB" sz="1000">
                <a:solidFill>
                  <a:schemeClr val="dk1"/>
                </a:solidFill>
              </a:rPr>
              <a:t>HCF is the product of all common prime factors using the least power of each common prime factor.</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Example:</a:t>
            </a:r>
            <a:r>
              <a:rPr lang="en-GB" sz="1000">
                <a:solidFill>
                  <a:schemeClr val="dk1"/>
                </a:solidFill>
              </a:rPr>
              <a:t> </a:t>
            </a:r>
            <a:endParaRPr sz="1000">
              <a:solidFill>
                <a:schemeClr val="dk1"/>
              </a:solidFill>
            </a:endParaRPr>
          </a:p>
          <a:p>
            <a:pPr indent="0" lvl="0" marL="0" rtl="0" algn="just">
              <a:lnSpc>
                <a:spcPct val="115000"/>
              </a:lnSpc>
              <a:spcBef>
                <a:spcPts val="1200"/>
              </a:spcBef>
              <a:spcAft>
                <a:spcPts val="0"/>
              </a:spcAft>
              <a:buSzPts val="1100"/>
              <a:buNone/>
            </a:pPr>
            <a:r>
              <a:rPr lang="en-GB" sz="1000">
                <a:solidFill>
                  <a:schemeClr val="dk1"/>
                </a:solidFill>
              </a:rPr>
              <a:t>Find out HCF of 60 and 75</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Step1:</a:t>
            </a:r>
            <a:r>
              <a:rPr lang="en-GB" sz="1000">
                <a:solidFill>
                  <a:schemeClr val="dk1"/>
                </a:solidFill>
              </a:rPr>
              <a:t> Express each number as a product of prime factors.</a:t>
            </a:r>
            <a:endParaRPr sz="1000">
              <a:solidFill>
                <a:schemeClr val="dk1"/>
              </a:solidFill>
            </a:endParaRPr>
          </a:p>
          <a:p>
            <a:pPr indent="0" lvl="0" marL="0" rtl="0" algn="just">
              <a:lnSpc>
                <a:spcPct val="115000"/>
              </a:lnSpc>
              <a:spcBef>
                <a:spcPts val="1200"/>
              </a:spcBef>
              <a:spcAft>
                <a:spcPts val="0"/>
              </a:spcAft>
              <a:buSzPts val="1100"/>
              <a:buNone/>
            </a:pPr>
            <a:r>
              <a:rPr lang="en-GB" sz="1000">
                <a:solidFill>
                  <a:schemeClr val="dk1"/>
                </a:solidFill>
              </a:rPr>
              <a:t>60 = 2</a:t>
            </a:r>
            <a:r>
              <a:rPr baseline="30000" lang="en-GB" sz="2800">
                <a:solidFill>
                  <a:schemeClr val="dk1"/>
                </a:solidFill>
              </a:rPr>
              <a:t>2</a:t>
            </a:r>
            <a:r>
              <a:rPr lang="en-GB" sz="1000">
                <a:solidFill>
                  <a:schemeClr val="dk1"/>
                </a:solidFill>
              </a:rPr>
              <a:t> × 3 × 5</a:t>
            </a:r>
            <a:endParaRPr sz="1000">
              <a:solidFill>
                <a:schemeClr val="dk1"/>
              </a:solidFill>
            </a:endParaRPr>
          </a:p>
          <a:p>
            <a:pPr indent="0" lvl="0" marL="0" rtl="0" algn="just">
              <a:lnSpc>
                <a:spcPct val="115000"/>
              </a:lnSpc>
              <a:spcBef>
                <a:spcPts val="1200"/>
              </a:spcBef>
              <a:spcAft>
                <a:spcPts val="0"/>
              </a:spcAft>
              <a:buSzPts val="1100"/>
              <a:buNone/>
            </a:pPr>
            <a:r>
              <a:rPr lang="en-GB" sz="1000">
                <a:solidFill>
                  <a:schemeClr val="dk1"/>
                </a:solidFill>
              </a:rPr>
              <a:t>75 = 3 × 5</a:t>
            </a:r>
            <a:r>
              <a:rPr baseline="30000" lang="en-GB" sz="2800">
                <a:solidFill>
                  <a:schemeClr val="dk1"/>
                </a:solidFill>
              </a:rPr>
              <a:t>2</a:t>
            </a:r>
            <a:endParaRPr baseline="30000" sz="28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Step2: </a:t>
            </a:r>
            <a:r>
              <a:rPr lang="en-GB" sz="1000">
                <a:solidFill>
                  <a:schemeClr val="dk1"/>
                </a:solidFill>
              </a:rPr>
              <a:t>HCF is the product of all common prime factors using the least power of each common prime factor.</a:t>
            </a:r>
            <a:endParaRPr sz="1000">
              <a:solidFill>
                <a:schemeClr val="dk1"/>
              </a:solidFill>
            </a:endParaRPr>
          </a:p>
          <a:p>
            <a:pPr indent="0" lvl="0" marL="0" rtl="0" algn="just">
              <a:lnSpc>
                <a:spcPct val="115000"/>
              </a:lnSpc>
              <a:spcBef>
                <a:spcPts val="1200"/>
              </a:spcBef>
              <a:spcAft>
                <a:spcPts val="0"/>
              </a:spcAft>
              <a:buSzPts val="1100"/>
              <a:buNone/>
            </a:pPr>
            <a:r>
              <a:rPr lang="en-GB" sz="1000">
                <a:solidFill>
                  <a:schemeClr val="dk1"/>
                </a:solidFill>
              </a:rPr>
              <a:t>Here, common prime factors are 3 and 5</a:t>
            </a:r>
            <a:endParaRPr sz="1000">
              <a:solidFill>
                <a:schemeClr val="dk1"/>
              </a:solidFill>
            </a:endParaRPr>
          </a:p>
          <a:p>
            <a:pPr indent="0" lvl="0" marL="0" rtl="0" algn="just">
              <a:lnSpc>
                <a:spcPct val="115000"/>
              </a:lnSpc>
              <a:spcBef>
                <a:spcPts val="1200"/>
              </a:spcBef>
              <a:spcAft>
                <a:spcPts val="0"/>
              </a:spcAft>
              <a:buSzPts val="1100"/>
              <a:buNone/>
            </a:pPr>
            <a:r>
              <a:rPr lang="en-GB" sz="1000">
                <a:solidFill>
                  <a:schemeClr val="dk1"/>
                </a:solidFill>
              </a:rPr>
              <a:t>The least power of 3 here = 3</a:t>
            </a:r>
            <a:endParaRPr sz="1000">
              <a:solidFill>
                <a:schemeClr val="dk1"/>
              </a:solidFill>
            </a:endParaRPr>
          </a:p>
          <a:p>
            <a:pPr indent="0" lvl="0" marL="0" rtl="0" algn="just">
              <a:lnSpc>
                <a:spcPct val="115000"/>
              </a:lnSpc>
              <a:spcBef>
                <a:spcPts val="1200"/>
              </a:spcBef>
              <a:spcAft>
                <a:spcPts val="0"/>
              </a:spcAft>
              <a:buSzPts val="1100"/>
              <a:buNone/>
            </a:pPr>
            <a:r>
              <a:rPr lang="en-GB" sz="1000">
                <a:solidFill>
                  <a:schemeClr val="dk1"/>
                </a:solidFill>
              </a:rPr>
              <a:t>The least power of 5 here = 5</a:t>
            </a:r>
            <a:endParaRPr sz="1000">
              <a:solidFill>
                <a:schemeClr val="dk1"/>
              </a:solidFill>
            </a:endParaRPr>
          </a:p>
          <a:p>
            <a:pPr indent="0" lvl="0" marL="0" rtl="0" algn="just">
              <a:lnSpc>
                <a:spcPct val="115000"/>
              </a:lnSpc>
              <a:spcBef>
                <a:spcPts val="1200"/>
              </a:spcBef>
              <a:spcAft>
                <a:spcPts val="0"/>
              </a:spcAft>
              <a:buSzPts val="1100"/>
              <a:buNone/>
            </a:pPr>
            <a:r>
              <a:rPr lang="en-GB" sz="1000">
                <a:solidFill>
                  <a:schemeClr val="dk1"/>
                </a:solidFill>
              </a:rPr>
              <a:t>Hence, HCF = 3 × 5 = 15</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How to find out HCF using prime factorization method –</a:t>
            </a:r>
            <a:endParaRPr b="1"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By dividing the numbers (shortcut)</a:t>
            </a:r>
            <a:endParaRPr b="1"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Step1:</a:t>
            </a:r>
            <a:r>
              <a:rPr lang="en-GB" sz="1000">
                <a:solidFill>
                  <a:schemeClr val="dk1"/>
                </a:solidFill>
              </a:rPr>
              <a:t> Write the given numbers in a horizontal line separated by commas.</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Step2:</a:t>
            </a:r>
            <a:r>
              <a:rPr lang="en-GB" sz="1000">
                <a:solidFill>
                  <a:schemeClr val="dk1"/>
                </a:solidFill>
              </a:rPr>
              <a:t> Divide the given numbers by the smallest prime number which can exactly divide all of the given numbers.</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Step3: </a:t>
            </a:r>
            <a:r>
              <a:rPr lang="en-GB" sz="1000">
                <a:solidFill>
                  <a:schemeClr val="dk1"/>
                </a:solidFill>
              </a:rPr>
              <a:t>Write the quotients in a line below the first.</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Step4:</a:t>
            </a:r>
            <a:r>
              <a:rPr lang="en-GB" sz="1000">
                <a:solidFill>
                  <a:schemeClr val="dk1"/>
                </a:solidFill>
              </a:rPr>
              <a:t> Repeat the process until we reach a stage where no common prime factor exists for all of the numbers.</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Step5: </a:t>
            </a:r>
            <a:r>
              <a:rPr lang="en-GB" sz="1000">
                <a:solidFill>
                  <a:schemeClr val="dk1"/>
                </a:solidFill>
              </a:rPr>
              <a:t>We can see that the factors mentioned in the left side clearly divides all the numbers exactly and they are common prime factors. Their product is the HCF</a:t>
            </a:r>
            <a:endParaRPr sz="10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1b9c7de5da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g31b9c7de5da_0_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Least Common Multiple (LCM):</a:t>
            </a:r>
            <a:endParaRPr b="1"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lang="en-GB" sz="1000">
                <a:solidFill>
                  <a:schemeClr val="dk1"/>
                </a:solidFill>
              </a:rPr>
              <a:t>Least Common Multiple (LCM) of two or more numbers is the smallest number that is a multiple of all the numbers</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Example:</a:t>
            </a:r>
            <a:r>
              <a:rPr lang="en-GB" sz="1000">
                <a:solidFill>
                  <a:schemeClr val="dk1"/>
                </a:solidFill>
              </a:rPr>
              <a:t> LCM of 3 and 4 = 12 because 12 is the smallest multiple which is common to 3 and 4 (In other words, 12 is the smallest number which is divisible by both 3 and 4)</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Finding LCM using prime factorization method or division method:</a:t>
            </a:r>
            <a:endParaRPr b="1"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Step1:</a:t>
            </a:r>
            <a:r>
              <a:rPr lang="en-GB" sz="1000">
                <a:solidFill>
                  <a:schemeClr val="dk1"/>
                </a:solidFill>
              </a:rPr>
              <a:t> Express each number as a product of prime factors.</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Step2:</a:t>
            </a:r>
            <a:r>
              <a:rPr lang="en-GB" sz="1000">
                <a:solidFill>
                  <a:schemeClr val="dk1"/>
                </a:solidFill>
              </a:rPr>
              <a:t> LCM = The product of highest powers of all prime factors</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Example:</a:t>
            </a:r>
            <a:r>
              <a:rPr lang="en-GB" sz="1000">
                <a:solidFill>
                  <a:schemeClr val="dk1"/>
                </a:solidFill>
              </a:rPr>
              <a:t> </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lang="en-GB" sz="1000">
                <a:solidFill>
                  <a:schemeClr val="dk1"/>
                </a:solidFill>
              </a:rPr>
              <a:t>Find out LCM of 8 and 14</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Step1:</a:t>
            </a:r>
            <a:r>
              <a:rPr lang="en-GB" sz="1000">
                <a:solidFill>
                  <a:schemeClr val="dk1"/>
                </a:solidFill>
              </a:rPr>
              <a:t> Express each number as a product of prime factors.</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lang="en-GB" sz="1000">
                <a:solidFill>
                  <a:schemeClr val="dk1"/>
                </a:solidFill>
              </a:rPr>
              <a:t>8 = 2</a:t>
            </a:r>
            <a:r>
              <a:rPr baseline="30000" lang="en-GB" sz="2800">
                <a:solidFill>
                  <a:schemeClr val="dk1"/>
                </a:solidFill>
              </a:rPr>
              <a:t>3</a:t>
            </a:r>
            <a:endParaRPr baseline="30000" sz="28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lang="en-GB" sz="1000">
                <a:solidFill>
                  <a:schemeClr val="dk1"/>
                </a:solidFill>
              </a:rPr>
              <a:t>14 = 2 × 7</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Step2:</a:t>
            </a:r>
            <a:r>
              <a:rPr lang="en-GB" sz="1000">
                <a:solidFill>
                  <a:schemeClr val="dk1"/>
                </a:solidFill>
              </a:rPr>
              <a:t> LCM = the product of highest powers of all prime factors</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lang="en-GB" sz="1000">
                <a:solidFill>
                  <a:schemeClr val="dk1"/>
                </a:solidFill>
              </a:rPr>
              <a:t>Here the prime factors are 2 and 7</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lang="en-GB" sz="1000">
                <a:solidFill>
                  <a:schemeClr val="dk1"/>
                </a:solidFill>
              </a:rPr>
              <a:t>The highest power of 2 here = 2</a:t>
            </a:r>
            <a:r>
              <a:rPr baseline="30000" lang="en-GB" sz="2800">
                <a:solidFill>
                  <a:schemeClr val="dk1"/>
                </a:solidFill>
              </a:rPr>
              <a:t>3</a:t>
            </a:r>
            <a:endParaRPr baseline="30000" sz="28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lang="en-GB" sz="1000">
                <a:solidFill>
                  <a:schemeClr val="dk1"/>
                </a:solidFill>
              </a:rPr>
              <a:t>The highest power of 7 here = 7</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lang="en-GB" sz="1000">
                <a:solidFill>
                  <a:schemeClr val="dk1"/>
                </a:solidFill>
              </a:rPr>
              <a:t>Hence LCM = 2</a:t>
            </a:r>
            <a:r>
              <a:rPr baseline="30000" lang="en-GB" sz="2800">
                <a:solidFill>
                  <a:schemeClr val="dk1"/>
                </a:solidFill>
              </a:rPr>
              <a:t>3</a:t>
            </a:r>
            <a:r>
              <a:rPr lang="en-GB" sz="1000">
                <a:solidFill>
                  <a:schemeClr val="dk1"/>
                </a:solidFill>
              </a:rPr>
              <a:t> × 7 = 56</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Finding LCM using Division Method (shortcut)</a:t>
            </a:r>
            <a:endParaRPr b="1"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Step1:</a:t>
            </a:r>
            <a:r>
              <a:rPr lang="en-GB" sz="1000">
                <a:solidFill>
                  <a:schemeClr val="dk1"/>
                </a:solidFill>
              </a:rPr>
              <a:t> Write the given numbers in a horizontal line separated by commas.</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Step2:</a:t>
            </a:r>
            <a:r>
              <a:rPr lang="en-GB" sz="1000">
                <a:solidFill>
                  <a:schemeClr val="dk1"/>
                </a:solidFill>
              </a:rPr>
              <a:t> Divide the given numbers by the smallest prime number which can exactly divide at least two of the given numbers.</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Step3:</a:t>
            </a:r>
            <a:r>
              <a:rPr lang="en-GB" sz="1000">
                <a:solidFill>
                  <a:schemeClr val="dk1"/>
                </a:solidFill>
              </a:rPr>
              <a:t> Write the quotients and undivided numbers in a line below the first.</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Step4:</a:t>
            </a:r>
            <a:r>
              <a:rPr lang="en-GB" sz="1000">
                <a:solidFill>
                  <a:schemeClr val="dk1"/>
                </a:solidFill>
              </a:rPr>
              <a:t> Repeat the process until we reach a stage where no prime factor is common to any two numbers in the row.</a:t>
            </a:r>
            <a:endParaRPr sz="1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b="1" lang="en-GB" sz="1000">
                <a:solidFill>
                  <a:schemeClr val="dk1"/>
                </a:solidFill>
              </a:rPr>
              <a:t>Step5:</a:t>
            </a:r>
            <a:r>
              <a:rPr lang="en-GB" sz="1000">
                <a:solidFill>
                  <a:schemeClr val="dk1"/>
                </a:solidFill>
              </a:rPr>
              <a:t> LCM = the product of all the divisors and the numbers in the last line.</a:t>
            </a:r>
            <a:endParaRPr sz="1000">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1b9c7de5da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g31b9c7de5da_0_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A</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14337fc5d25_0_5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g14337fc5d25_0_5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1b9c7de5da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g31b9c7de5da_0_1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B</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14337fc5d25_0_5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g14337fc5d25_0_5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1b9c7de5da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5" name="Google Shape;195;g31b9c7de5da_0_1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C</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14337fc5d25_0_5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2" name="Google Shape;202;g14337fc5d25_0_5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1ef1d26ed3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 name="Google Shape;210;g31ef1d26ed3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14337fc5d25_0_60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 name="Google Shape;215;g14337fc5d25_0_6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GB">
                <a:solidFill>
                  <a:schemeClr val="dk1"/>
                </a:solidFill>
                <a:latin typeface="Roboto"/>
                <a:ea typeface="Roboto"/>
                <a:cs typeface="Roboto"/>
                <a:sym typeface="Roboto"/>
              </a:rPr>
              <a:t>C</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14337fc5d25_0_6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 name="Google Shape;222;g14337fc5d25_0_6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14337fc5d25_0_6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0" name="Google Shape;230;g14337fc5d25_0_6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GB">
                <a:solidFill>
                  <a:schemeClr val="dk1"/>
                </a:solidFill>
                <a:latin typeface="Roboto"/>
                <a:ea typeface="Roboto"/>
                <a:cs typeface="Roboto"/>
                <a:sym typeface="Roboto"/>
              </a:rPr>
              <a:t>C</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14337fc5d25_0_6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g14337fc5d25_0_6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14337fc5d25_0_6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4" name="Google Shape;244;g14337fc5d25_0_6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rPr lang="en-GB">
                <a:solidFill>
                  <a:schemeClr val="dk1"/>
                </a:solidFill>
                <a:latin typeface="Roboto"/>
                <a:ea typeface="Roboto"/>
                <a:cs typeface="Roboto"/>
                <a:sym typeface="Roboto"/>
              </a:rPr>
              <a:t>C</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14337fc5d25_0_6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1" name="Google Shape;251;g14337fc5d25_0_6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14337fc5d25_0_6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8" name="Google Shape;258;g14337fc5d25_0_6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GB">
                <a:solidFill>
                  <a:schemeClr val="dk1"/>
                </a:solidFill>
                <a:latin typeface="Roboto"/>
                <a:ea typeface="Roboto"/>
                <a:cs typeface="Roboto"/>
                <a:sym typeface="Roboto"/>
              </a:rPr>
              <a:t>D</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14337fc5d25_0_6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5" name="Google Shape;265;g14337fc5d25_0_6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14337fc5d25_0_6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2" name="Google Shape;272;g14337fc5d25_0_6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GB">
                <a:solidFill>
                  <a:schemeClr val="dk1"/>
                </a:solidFill>
                <a:latin typeface="Roboto"/>
                <a:ea typeface="Roboto"/>
                <a:cs typeface="Roboto"/>
                <a:sym typeface="Roboto"/>
              </a:rPr>
              <a:t>D</a:t>
            </a:r>
            <a:endParaRPr>
              <a:solidFill>
                <a:schemeClr val="dk1"/>
              </a:solidFill>
              <a:latin typeface="Roboto"/>
              <a:ea typeface="Roboto"/>
              <a:cs typeface="Roboto"/>
              <a:sym typeface="Roboto"/>
            </a:endParaRPr>
          </a:p>
          <a:p>
            <a:pPr indent="0" lvl="0" marL="158750" rtl="0" algn="l">
              <a:lnSpc>
                <a:spcPct val="100000"/>
              </a:lnSpc>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14337fc5d25_0_6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9" name="Google Shape;279;g14337fc5d25_0_6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1ef0a2ba5c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6" name="Google Shape;286;g31ef0a2ba5c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B</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1ef0a2ba5c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3" name="Google Shape;293;g31ef0a2ba5c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1ef0a2ba5c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 name="Google Shape;299;g31ef0a2ba5c_0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B</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1ef0a2ba5c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6" name="Google Shape;306;g31ef0a2ba5c_0_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1ef0a2ba5c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2" name="Google Shape;312;g31ef0a2ba5c_0_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B</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1ef0a2ba5c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9" name="Google Shape;319;g31ef0a2ba5c_0_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1ef0a2ba5c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5" name="Google Shape;325;g31ef0a2ba5c_0_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D</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1ef0a2ba5c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2" name="Google Shape;332;g31ef0a2ba5c_0_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1ef0a2ba5c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8" name="Google Shape;338;g31ef0a2ba5c_0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A</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1ef0a2ba5c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5" name="Google Shape;345;g31ef0a2ba5c_0_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1ef0a2ba5c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1" name="Google Shape;351;g31ef0a2ba5c_0_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C</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1ef0a2ba5c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8" name="Google Shape;358;g31ef0a2ba5c_0_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1c3d1de19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4" name="Google Shape;364;g31c3d1de190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A</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1c3d1de190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1" name="Google Shape;371;g31c3d1de190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4: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7" name="Google Shape;377;p4: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4" name="Google Shape;38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g14337fc5d25_0_2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g14337fc5d25_0_2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7" name="Google Shape;17;g14337fc5d25_0_2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18" name="Shape 18"/>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 name="Shape 19"/>
        <p:cNvGrpSpPr/>
        <p:nvPr/>
      </p:nvGrpSpPr>
      <p:grpSpPr>
        <a:xfrm>
          <a:off x="0" y="0"/>
          <a:ext cx="0" cy="0"/>
          <a:chOff x="0" y="0"/>
          <a:chExt cx="0" cy="0"/>
        </a:xfrm>
      </p:grpSpPr>
      <p:sp>
        <p:nvSpPr>
          <p:cNvPr id="20" name="Google Shape;20;g14337fc5d25_0_2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g14337fc5d25_0_2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2" name="Shape 22"/>
        <p:cNvGrpSpPr/>
        <p:nvPr/>
      </p:nvGrpSpPr>
      <p:grpSpPr>
        <a:xfrm>
          <a:off x="0" y="0"/>
          <a:ext cx="0" cy="0"/>
          <a:chOff x="0" y="0"/>
          <a:chExt cx="0" cy="0"/>
        </a:xfrm>
      </p:grpSpPr>
      <p:sp>
        <p:nvSpPr>
          <p:cNvPr id="23" name="Google Shape;23;g14337fc5d25_0_23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4" name="Google Shape;24;g14337fc5d25_0_2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5" name="Shape 25"/>
        <p:cNvGrpSpPr/>
        <p:nvPr/>
      </p:nvGrpSpPr>
      <p:grpSpPr>
        <a:xfrm>
          <a:off x="0" y="0"/>
          <a:ext cx="0" cy="0"/>
          <a:chOff x="0" y="0"/>
          <a:chExt cx="0" cy="0"/>
        </a:xfrm>
      </p:grpSpPr>
      <p:sp>
        <p:nvSpPr>
          <p:cNvPr id="26" name="Google Shape;26;g14337fc5d25_0_23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7" name="Google Shape;27;g14337fc5d25_0_23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28" name="Google Shape;28;g14337fc5d25_0_23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9" name="Google Shape;29;g14337fc5d25_0_23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30" name="Google Shape;30;g14337fc5d25_0_2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1" name="Shape 31"/>
        <p:cNvGrpSpPr/>
        <p:nvPr/>
      </p:nvGrpSpPr>
      <p:grpSpPr>
        <a:xfrm>
          <a:off x="0" y="0"/>
          <a:ext cx="0" cy="0"/>
          <a:chOff x="0" y="0"/>
          <a:chExt cx="0" cy="0"/>
        </a:xfrm>
      </p:grpSpPr>
      <p:sp>
        <p:nvSpPr>
          <p:cNvPr id="32" name="Google Shape;32;g14337fc5d25_0_24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33" name="Google Shape;33;g14337fc5d25_0_2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4" name="Shape 34"/>
        <p:cNvGrpSpPr/>
        <p:nvPr/>
      </p:nvGrpSpPr>
      <p:grpSpPr>
        <a:xfrm>
          <a:off x="0" y="0"/>
          <a:ext cx="0" cy="0"/>
          <a:chOff x="0" y="0"/>
          <a:chExt cx="0" cy="0"/>
        </a:xfrm>
      </p:grpSpPr>
      <p:sp>
        <p:nvSpPr>
          <p:cNvPr id="35" name="Google Shape;35;g14337fc5d25_0_24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36" name="Google Shape;36;g14337fc5d25_0_24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37" name="Google Shape;37;g14337fc5d25_0_2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38" name="Shape 38"/>
        <p:cNvGrpSpPr/>
        <p:nvPr/>
      </p:nvGrpSpPr>
      <p:grpSpPr>
        <a:xfrm>
          <a:off x="0" y="0"/>
          <a:ext cx="0" cy="0"/>
          <a:chOff x="0" y="0"/>
          <a:chExt cx="0" cy="0"/>
        </a:xfrm>
      </p:grpSpPr>
      <p:pic>
        <p:nvPicPr>
          <p:cNvPr descr="A close up of a logo&#10;&#10;Description generated with high confidence" id="39" name="Google Shape;39;g14337fc5d25_0_252"/>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sp>
        <p:nvSpPr>
          <p:cNvPr id="40" name="Google Shape;40;g14337fc5d25_0_252"/>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1" name="Google Shape;41;g14337fc5d25_0_252"/>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2" name="Google Shape;42;g14337fc5d25_0_252"/>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3" name="Google Shape;43;g14337fc5d25_0_252"/>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showMasterSp="0" type="tx">
  <p:cSld name="TITLE_AND_BODY">
    <p:spTree>
      <p:nvGrpSpPr>
        <p:cNvPr id="49" name="Shape 49"/>
        <p:cNvGrpSpPr/>
        <p:nvPr/>
      </p:nvGrpSpPr>
      <p:grpSpPr>
        <a:xfrm>
          <a:off x="0" y="0"/>
          <a:ext cx="0" cy="0"/>
          <a:chOff x="0" y="0"/>
          <a:chExt cx="0" cy="0"/>
        </a:xfrm>
      </p:grpSpPr>
      <p:sp>
        <p:nvSpPr>
          <p:cNvPr id="50" name="Google Shape;50;g14337fc5d25_0_49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1" name="Google Shape;51;g14337fc5d25_0_49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52" name="Google Shape;52;g14337fc5d25_0_49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53" name="Google Shape;53;g14337fc5d25_0_490"/>
          <p:cNvPicPr preferRelativeResize="0"/>
          <p:nvPr/>
        </p:nvPicPr>
        <p:blipFill rotWithShape="1">
          <a:blip r:embed="rId2">
            <a:alphaModFix/>
          </a:blip>
          <a:srcRect b="0" l="0" r="0" t="0"/>
          <a:stretch/>
        </p:blipFill>
        <p:spPr>
          <a:xfrm>
            <a:off x="-1" y="7219"/>
            <a:ext cx="9144001" cy="5136281"/>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g14337fc5d25_0_49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7" name="Google Shape;57;g14337fc5d25_0_49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8" name="Shape 58"/>
        <p:cNvGrpSpPr/>
        <p:nvPr/>
      </p:nvGrpSpPr>
      <p:grpSpPr>
        <a:xfrm>
          <a:off x="0" y="0"/>
          <a:ext cx="0" cy="0"/>
          <a:chOff x="0" y="0"/>
          <a:chExt cx="0" cy="0"/>
        </a:xfrm>
      </p:grpSpPr>
      <p:sp>
        <p:nvSpPr>
          <p:cNvPr id="59" name="Google Shape;59;g14337fc5d25_0_49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60" name="Google Shape;60;g14337fc5d25_0_49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g14337fc5d25_0_50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63" name="Google Shape;63;g14337fc5d25_0_50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64" name="Google Shape;64;g14337fc5d25_0_50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5" name="Google Shape;65;g14337fc5d25_0_50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66" name="Google Shape;66;g14337fc5d25_0_50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7" name="Shape 67"/>
        <p:cNvGrpSpPr/>
        <p:nvPr/>
      </p:nvGrpSpPr>
      <p:grpSpPr>
        <a:xfrm>
          <a:off x="0" y="0"/>
          <a:ext cx="0" cy="0"/>
          <a:chOff x="0" y="0"/>
          <a:chExt cx="0" cy="0"/>
        </a:xfrm>
      </p:grpSpPr>
      <p:sp>
        <p:nvSpPr>
          <p:cNvPr id="68" name="Google Shape;68;g14337fc5d25_0_506"/>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69" name="Google Shape;69;g14337fc5d25_0_50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0" name="Shape 70"/>
        <p:cNvGrpSpPr/>
        <p:nvPr/>
      </p:nvGrpSpPr>
      <p:grpSpPr>
        <a:xfrm>
          <a:off x="0" y="0"/>
          <a:ext cx="0" cy="0"/>
          <a:chOff x="0" y="0"/>
          <a:chExt cx="0" cy="0"/>
        </a:xfrm>
      </p:grpSpPr>
      <p:sp>
        <p:nvSpPr>
          <p:cNvPr id="71" name="Google Shape;71;g14337fc5d25_0_509"/>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72" name="Google Shape;72;g14337fc5d25_0_509"/>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73" name="Google Shape;73;g14337fc5d25_0_50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74" name="Shape 74"/>
        <p:cNvGrpSpPr/>
        <p:nvPr/>
      </p:nvGrpSpPr>
      <p:grpSpPr>
        <a:xfrm>
          <a:off x="0" y="0"/>
          <a:ext cx="0" cy="0"/>
          <a:chOff x="0" y="0"/>
          <a:chExt cx="0" cy="0"/>
        </a:xfrm>
      </p:grpSpPr>
      <p:pic>
        <p:nvPicPr>
          <p:cNvPr descr="A close up of a logo&#10;&#10;Description generated with high confidence" id="75" name="Google Shape;75;g14337fc5d25_0_513"/>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sp>
        <p:nvSpPr>
          <p:cNvPr id="76" name="Google Shape;76;g14337fc5d25_0_513"/>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77" name="Google Shape;77;g14337fc5d25_0_513"/>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78" name="Google Shape;78;g14337fc5d25_0_513"/>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79" name="Google Shape;79;g14337fc5d25_0_513"/>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5" name="Shape 85"/>
        <p:cNvGrpSpPr/>
        <p:nvPr/>
      </p:nvGrpSpPr>
      <p:grpSpPr>
        <a:xfrm>
          <a:off x="0" y="0"/>
          <a:ext cx="0" cy="0"/>
          <a:chOff x="0" y="0"/>
          <a:chExt cx="0" cy="0"/>
        </a:xfrm>
      </p:grpSpPr>
      <p:sp>
        <p:nvSpPr>
          <p:cNvPr id="86" name="Google Shape;86;g14337fc5d25_0_8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7" name="Google Shape;87;g14337fc5d25_0_84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88" name="Google Shape;88;g14337fc5d25_0_84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89" name="Google Shape;89;g14337fc5d25_0_8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p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92" name="Google Shape;92;p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93" name="Google Shape;93;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94" name="Shape 94"/>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5" name="Shape 95"/>
        <p:cNvGrpSpPr/>
        <p:nvPr/>
      </p:nvGrpSpPr>
      <p:grpSpPr>
        <a:xfrm>
          <a:off x="0" y="0"/>
          <a:ext cx="0" cy="0"/>
          <a:chOff x="0" y="0"/>
          <a:chExt cx="0" cy="0"/>
        </a:xfrm>
      </p:grpSpPr>
      <p:sp>
        <p:nvSpPr>
          <p:cNvPr id="96" name="Google Shape;96;g14337fc5d25_0_84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atin typeface="Roboto"/>
                <a:ea typeface="Roboto"/>
                <a:cs typeface="Roboto"/>
                <a:sym typeface="Roboto"/>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97" name="Google Shape;97;g14337fc5d25_0_8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8" name="Shape 98"/>
        <p:cNvGrpSpPr/>
        <p:nvPr/>
      </p:nvGrpSpPr>
      <p:grpSpPr>
        <a:xfrm>
          <a:off x="0" y="0"/>
          <a:ext cx="0" cy="0"/>
          <a:chOff x="0" y="0"/>
          <a:chExt cx="0" cy="0"/>
        </a:xfrm>
      </p:grpSpPr>
      <p:sp>
        <p:nvSpPr>
          <p:cNvPr id="99" name="Google Shape;99;g14337fc5d25_0_85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0" name="Google Shape;100;g14337fc5d25_0_8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1" name="Shape 101"/>
        <p:cNvGrpSpPr/>
        <p:nvPr/>
      </p:nvGrpSpPr>
      <p:grpSpPr>
        <a:xfrm>
          <a:off x="0" y="0"/>
          <a:ext cx="0" cy="0"/>
          <a:chOff x="0" y="0"/>
          <a:chExt cx="0" cy="0"/>
        </a:xfrm>
      </p:grpSpPr>
      <p:sp>
        <p:nvSpPr>
          <p:cNvPr id="102" name="Google Shape;102;g14337fc5d25_0_85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atin typeface="Roboto"/>
                <a:ea typeface="Roboto"/>
                <a:cs typeface="Roboto"/>
                <a:sym typeface="Roboto"/>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03" name="Google Shape;103;g14337fc5d25_0_85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104" name="Google Shape;104;g14337fc5d25_0_8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5" name="Shape 105"/>
        <p:cNvGrpSpPr/>
        <p:nvPr/>
      </p:nvGrpSpPr>
      <p:grpSpPr>
        <a:xfrm>
          <a:off x="0" y="0"/>
          <a:ext cx="0" cy="0"/>
          <a:chOff x="0" y="0"/>
          <a:chExt cx="0" cy="0"/>
        </a:xfrm>
      </p:grpSpPr>
      <p:sp>
        <p:nvSpPr>
          <p:cNvPr id="106" name="Google Shape;106;g14337fc5d25_0_86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07" name="Google Shape;107;g14337fc5d25_0_8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8" name="Shape 108"/>
        <p:cNvGrpSpPr/>
        <p:nvPr/>
      </p:nvGrpSpPr>
      <p:grpSpPr>
        <a:xfrm>
          <a:off x="0" y="0"/>
          <a:ext cx="0" cy="0"/>
          <a:chOff x="0" y="0"/>
          <a:chExt cx="0" cy="0"/>
        </a:xfrm>
      </p:grpSpPr>
      <p:sp>
        <p:nvSpPr>
          <p:cNvPr id="109" name="Google Shape;109;g14337fc5d25_0_86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110" name="Google Shape;110;g14337fc5d25_0_86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11" name="Google Shape;111;g14337fc5d25_0_86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12" name="Google Shape;112;g14337fc5d25_0_86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13" name="Google Shape;113;g14337fc5d25_0_8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4" name="Shape 114"/>
        <p:cNvGrpSpPr/>
        <p:nvPr/>
      </p:nvGrpSpPr>
      <p:grpSpPr>
        <a:xfrm>
          <a:off x="0" y="0"/>
          <a:ext cx="0" cy="0"/>
          <a:chOff x="0" y="0"/>
          <a:chExt cx="0" cy="0"/>
        </a:xfrm>
      </p:grpSpPr>
      <p:sp>
        <p:nvSpPr>
          <p:cNvPr id="115" name="Google Shape;115;g14337fc5d25_0_87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116" name="Google Shape;116;g14337fc5d25_0_87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7" name="Shape 117"/>
        <p:cNvGrpSpPr/>
        <p:nvPr/>
      </p:nvGrpSpPr>
      <p:grpSpPr>
        <a:xfrm>
          <a:off x="0" y="0"/>
          <a:ext cx="0" cy="0"/>
          <a:chOff x="0" y="0"/>
          <a:chExt cx="0" cy="0"/>
        </a:xfrm>
      </p:grpSpPr>
      <p:sp>
        <p:nvSpPr>
          <p:cNvPr id="118" name="Google Shape;118;g14337fc5d25_0_87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19" name="Google Shape;119;g14337fc5d25_0_87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120" name="Google Shape;120;g14337fc5d25_0_87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1" name="Shape 121"/>
        <p:cNvGrpSpPr/>
        <p:nvPr/>
      </p:nvGrpSpPr>
      <p:grpSpPr>
        <a:xfrm>
          <a:off x="0" y="0"/>
          <a:ext cx="0" cy="0"/>
          <a:chOff x="0" y="0"/>
          <a:chExt cx="0" cy="0"/>
        </a:xfrm>
      </p:grpSpPr>
      <p:sp>
        <p:nvSpPr>
          <p:cNvPr id="122" name="Google Shape;122;g14337fc5d25_0_87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2.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10.xml"/><Relationship Id="rId3" Type="http://schemas.openxmlformats.org/officeDocument/2006/relationships/slideLayout" Target="../slideLayouts/slideLayout11.xml"/><Relationship Id="rId4" Type="http://schemas.openxmlformats.org/officeDocument/2006/relationships/slideLayout" Target="../slideLayouts/slideLayout12.xml"/><Relationship Id="rId10" Type="http://schemas.openxmlformats.org/officeDocument/2006/relationships/theme" Target="../theme/theme3.xml"/><Relationship Id="rId9" Type="http://schemas.openxmlformats.org/officeDocument/2006/relationships/slideLayout" Target="../slideLayouts/slideLayout17.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27.xml"/><Relationship Id="rId10" Type="http://schemas.openxmlformats.org/officeDocument/2006/relationships/slideLayout" Target="../slideLayouts/slideLayout26.xml"/><Relationship Id="rId13" Type="http://schemas.openxmlformats.org/officeDocument/2006/relationships/theme" Target="../theme/theme1.xml"/><Relationship Id="rId12" Type="http://schemas.openxmlformats.org/officeDocument/2006/relationships/slideLayout" Target="../slideLayouts/slideLayout28.xml"/><Relationship Id="rId1" Type="http://schemas.openxmlformats.org/officeDocument/2006/relationships/image" Target="../media/image2.jpg"/><Relationship Id="rId2" Type="http://schemas.openxmlformats.org/officeDocument/2006/relationships/slideLayout" Target="../slideLayouts/slideLayout18.xml"/><Relationship Id="rId3" Type="http://schemas.openxmlformats.org/officeDocument/2006/relationships/slideLayout" Target="../slideLayouts/slideLayout19.xml"/><Relationship Id="rId4" Type="http://schemas.openxmlformats.org/officeDocument/2006/relationships/slideLayout" Target="../slideLayouts/slideLayout20.xml"/><Relationship Id="rId9" Type="http://schemas.openxmlformats.org/officeDocument/2006/relationships/slideLayout" Target="../slideLayouts/slideLayout25.xml"/><Relationship Id="rId5" Type="http://schemas.openxmlformats.org/officeDocument/2006/relationships/slideLayout" Target="../slideLayouts/slideLayout21.xml"/><Relationship Id="rId6" Type="http://schemas.openxmlformats.org/officeDocument/2006/relationships/slideLayout" Target="../slideLayouts/slideLayout22.xml"/><Relationship Id="rId7" Type="http://schemas.openxmlformats.org/officeDocument/2006/relationships/slideLayout" Target="../slideLayouts/slideLayout23.xml"/><Relationship Id="rId8"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g14337fc5d25_0_2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g14337fc5d25_0_2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g14337fc5d25_0_2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9" name="Google Shape;9;g14337fc5d25_0_224"/>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 name="Shape 44"/>
        <p:cNvGrpSpPr/>
        <p:nvPr/>
      </p:nvGrpSpPr>
      <p:grpSpPr>
        <a:xfrm>
          <a:off x="0" y="0"/>
          <a:ext cx="0" cy="0"/>
          <a:chOff x="0" y="0"/>
          <a:chExt cx="0" cy="0"/>
        </a:xfrm>
      </p:grpSpPr>
      <p:sp>
        <p:nvSpPr>
          <p:cNvPr id="45" name="Google Shape;45;g14337fc5d25_0_48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46" name="Google Shape;46;g14337fc5d25_0_48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47" name="Google Shape;47;g14337fc5d25_0_48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48" name="Google Shape;48;g14337fc5d25_0_485"/>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80" name="Shape 80"/>
        <p:cNvGrpSpPr/>
        <p:nvPr/>
      </p:nvGrpSpPr>
      <p:grpSpPr>
        <a:xfrm>
          <a:off x="0" y="0"/>
          <a:ext cx="0" cy="0"/>
          <a:chOff x="0" y="0"/>
          <a:chExt cx="0" cy="0"/>
        </a:xfrm>
      </p:grpSpPr>
      <p:sp>
        <p:nvSpPr>
          <p:cNvPr id="81" name="Google Shape;81;g14337fc5d25_0_8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82" name="Google Shape;82;g14337fc5d25_0_8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3" name="Google Shape;83;g14337fc5d25_0_8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84" name="Google Shape;84;g14337fc5d25_0_837"/>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 Id="rId4" Type="http://schemas.openxmlformats.org/officeDocument/2006/relationships/image" Target="../media/image8.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0.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7.xml"/><Relationship Id="rId3"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8.xml"/><Relationship Id="rId3" Type="http://schemas.openxmlformats.org/officeDocument/2006/relationships/image" Target="../media/image12.png"/><Relationship Id="rId4" Type="http://schemas.openxmlformats.org/officeDocument/2006/relationships/hyperlink" Target="https://learn.codemithra.com/"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9.xml"/><Relationship Id="rId3" Type="http://schemas.openxmlformats.org/officeDocument/2006/relationships/image" Target="../media/image4.jpg"/><Relationship Id="rId4" Type="http://schemas.openxmlformats.org/officeDocument/2006/relationships/image" Target="../media/image11.png"/><Relationship Id="rId5" Type="http://schemas.openxmlformats.org/officeDocument/2006/relationships/image" Target="../media/image6.png"/><Relationship Id="rId6"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128" name="Google Shape;128;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129" name="Google Shape;129;p2"/>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130" name="Google Shape;130;p2"/>
          <p:cNvPicPr preferRelativeResize="0"/>
          <p:nvPr/>
        </p:nvPicPr>
        <p:blipFill rotWithShape="1">
          <a:blip r:embed="rId4">
            <a:alphaModFix/>
          </a:blip>
          <a:srcRect b="0" l="0" r="0" t="0"/>
          <a:stretch/>
        </p:blipFill>
        <p:spPr>
          <a:xfrm>
            <a:off x="2504604" y="600291"/>
            <a:ext cx="4134799" cy="2923400"/>
          </a:xfrm>
          <a:prstGeom prst="rect">
            <a:avLst/>
          </a:prstGeom>
          <a:noFill/>
          <a:ln>
            <a:noFill/>
          </a:ln>
        </p:spPr>
      </p:pic>
      <p:pic>
        <p:nvPicPr>
          <p:cNvPr id="131" name="Google Shape;131;p2"/>
          <p:cNvPicPr preferRelativeResize="0"/>
          <p:nvPr/>
        </p:nvPicPr>
        <p:blipFill rotWithShape="1">
          <a:blip r:embed="rId5">
            <a:alphaModFix/>
          </a:blip>
          <a:srcRect b="0" l="0" r="0" t="0"/>
          <a:stretch/>
        </p:blipFill>
        <p:spPr>
          <a:xfrm>
            <a:off x="220005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37" name="Google Shape;137;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38" name="Google Shape;138;p3"/>
          <p:cNvPicPr preferRelativeResize="0"/>
          <p:nvPr/>
        </p:nvPicPr>
        <p:blipFill rotWithShape="1">
          <a:blip r:embed="rId3">
            <a:alphaModFix/>
          </a:blip>
          <a:srcRect b="0" l="0" r="0" t="0"/>
          <a:stretch/>
        </p:blipFill>
        <p:spPr>
          <a:xfrm>
            <a:off x="2" y="4"/>
            <a:ext cx="9144003" cy="5143501"/>
          </a:xfrm>
          <a:prstGeom prst="rect">
            <a:avLst/>
          </a:prstGeom>
          <a:noFill/>
          <a:ln>
            <a:noFill/>
          </a:ln>
        </p:spPr>
      </p:pic>
      <p:sp>
        <p:nvSpPr>
          <p:cNvPr id="139" name="Google Shape;139;p3"/>
          <p:cNvSpPr txBox="1"/>
          <p:nvPr/>
        </p:nvSpPr>
        <p:spPr>
          <a:xfrm>
            <a:off x="178001" y="2109682"/>
            <a:ext cx="4690800" cy="677100"/>
          </a:xfrm>
          <a:prstGeom prst="rect">
            <a:avLst/>
          </a:prstGeom>
          <a:noFill/>
          <a:ln>
            <a:noFill/>
          </a:ln>
        </p:spPr>
        <p:txBody>
          <a:bodyPr anchorCtr="0" anchor="t" bIns="91425" lIns="91425" spcFirstLastPara="1" rIns="91425" wrap="square" tIns="91425">
            <a:spAutoFit/>
          </a:bodyPr>
          <a:lstStyle/>
          <a:p>
            <a:pPr indent="0" lvl="0" marL="114300" marR="0" rtl="0" algn="ctr">
              <a:lnSpc>
                <a:spcPct val="115000"/>
              </a:lnSpc>
              <a:spcBef>
                <a:spcPts val="0"/>
              </a:spcBef>
              <a:spcAft>
                <a:spcPts val="0"/>
              </a:spcAft>
              <a:buClr>
                <a:srgbClr val="000000"/>
              </a:buClr>
              <a:buSzPts val="1800"/>
              <a:buFont typeface="Arial"/>
              <a:buNone/>
            </a:pPr>
            <a:r>
              <a:rPr b="1" i="0" lang="en-GB" sz="3200" u="none" cap="none" strike="noStrike">
                <a:solidFill>
                  <a:schemeClr val="lt1"/>
                </a:solidFill>
                <a:latin typeface="Roboto"/>
                <a:ea typeface="Roboto"/>
                <a:cs typeface="Roboto"/>
                <a:sym typeface="Roboto"/>
              </a:rPr>
              <a:t>HCF and LCM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32aa42f3506_0_0"/>
          <p:cNvSpPr txBox="1"/>
          <p:nvPr>
            <p:ph idx="1" type="body"/>
          </p:nvPr>
        </p:nvSpPr>
        <p:spPr>
          <a:xfrm>
            <a:off x="729200" y="1384300"/>
            <a:ext cx="80862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t/>
            </a:r>
            <a:endParaRPr b="1" sz="1600">
              <a:solidFill>
                <a:srgbClr val="373737"/>
              </a:solidFill>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600">
              <a:solidFill>
                <a:schemeClr val="dk1"/>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GB" sz="1600">
                <a:solidFill>
                  <a:schemeClr val="dk1"/>
                </a:solidFill>
                <a:highlight>
                  <a:srgbClr val="FFFFFF"/>
                </a:highlight>
                <a:latin typeface="Roboto"/>
                <a:ea typeface="Roboto"/>
                <a:cs typeface="Roboto"/>
                <a:sym typeface="Roboto"/>
              </a:rPr>
              <a:t>QR CODE</a:t>
            </a:r>
            <a:r>
              <a:rPr b="1" lang="en-GB" sz="1600">
                <a:solidFill>
                  <a:srgbClr val="373737"/>
                </a:solidFill>
                <a:highlight>
                  <a:srgbClr val="FFFFFF"/>
                </a:highlight>
                <a:latin typeface="Roboto"/>
                <a:ea typeface="Roboto"/>
                <a:cs typeface="Roboto"/>
                <a:sym typeface="Roboto"/>
              </a:rPr>
              <a:t>:</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GB" sz="1600">
                <a:solidFill>
                  <a:srgbClr val="373737"/>
                </a:solidFill>
                <a:highlight>
                  <a:srgbClr val="FFFFFF"/>
                </a:highlight>
                <a:latin typeface="Roboto"/>
                <a:ea typeface="Roboto"/>
                <a:cs typeface="Roboto"/>
                <a:sym typeface="Roboto"/>
              </a:rPr>
              <a:t>				</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600">
              <a:solidFill>
                <a:srgbClr val="373737"/>
              </a:solidFill>
              <a:highlight>
                <a:srgbClr val="FFFFFF"/>
              </a:highlight>
              <a:latin typeface="Roboto"/>
              <a:ea typeface="Roboto"/>
              <a:cs typeface="Roboto"/>
              <a:sym typeface="Roboto"/>
            </a:endParaRPr>
          </a:p>
        </p:txBody>
      </p:sp>
      <p:sp>
        <p:nvSpPr>
          <p:cNvPr id="145" name="Google Shape;145;g32aa42f3506_0_0"/>
          <p:cNvSpPr txBox="1"/>
          <p:nvPr/>
        </p:nvSpPr>
        <p:spPr>
          <a:xfrm>
            <a:off x="577325" y="622125"/>
            <a:ext cx="7786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1" i="0" lang="en-GB" sz="1800" u="none" cap="none" strike="noStrike">
                <a:solidFill>
                  <a:srgbClr val="000000"/>
                </a:solidFill>
                <a:latin typeface="Roboto"/>
                <a:ea typeface="Roboto"/>
                <a:cs typeface="Roboto"/>
                <a:sym typeface="Roboto"/>
              </a:rPr>
              <a:t>                                    Test time on : </a:t>
            </a:r>
            <a:endParaRPr b="1" i="0" sz="1800" u="none" cap="none" strike="noStrike">
              <a:solidFill>
                <a:srgbClr val="000000"/>
              </a:solidFill>
              <a:latin typeface="Roboto"/>
              <a:ea typeface="Roboto"/>
              <a:cs typeface="Roboto"/>
              <a:sym typeface="Roboto"/>
            </a:endParaRPr>
          </a:p>
        </p:txBody>
      </p:sp>
      <p:sp>
        <p:nvSpPr>
          <p:cNvPr id="146" name="Google Shape;146;g32aa42f3506_0_0"/>
          <p:cNvSpPr txBox="1"/>
          <p:nvPr/>
        </p:nvSpPr>
        <p:spPr>
          <a:xfrm>
            <a:off x="5143500" y="944725"/>
            <a:ext cx="4028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14337fc5d25_0_391"/>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CONCEPTS</a:t>
            </a:r>
            <a:endParaRPr b="1" i="0" sz="2000" u="none" cap="none" strike="noStrike">
              <a:solidFill>
                <a:srgbClr val="8182EF"/>
              </a:solidFill>
              <a:latin typeface="Roboto"/>
              <a:ea typeface="Roboto"/>
              <a:cs typeface="Roboto"/>
              <a:sym typeface="Roboto"/>
            </a:endParaRPr>
          </a:p>
        </p:txBody>
      </p:sp>
      <p:sp>
        <p:nvSpPr>
          <p:cNvPr id="152" name="Google Shape;152;g14337fc5d25_0_391"/>
          <p:cNvSpPr txBox="1"/>
          <p:nvPr/>
        </p:nvSpPr>
        <p:spPr>
          <a:xfrm>
            <a:off x="671700" y="1335350"/>
            <a:ext cx="6996600" cy="2011200"/>
          </a:xfrm>
          <a:prstGeom prst="rect">
            <a:avLst/>
          </a:prstGeom>
          <a:noFill/>
          <a:ln>
            <a:noFill/>
          </a:ln>
        </p:spPr>
        <p:txBody>
          <a:bodyPr anchorCtr="0" anchor="t" bIns="91425" lIns="91425" spcFirstLastPara="1" rIns="1217350" wrap="square" tIns="91425">
            <a:spAutoFit/>
          </a:bodyPr>
          <a:lstStyle/>
          <a:p>
            <a:pPr indent="-330200" lvl="0" marL="457200" marR="0" rtl="0" algn="just">
              <a:lnSpc>
                <a:spcPct val="200000"/>
              </a:lnSpc>
              <a:spcBef>
                <a:spcPts val="0"/>
              </a:spcBef>
              <a:spcAft>
                <a:spcPts val="0"/>
              </a:spcAft>
              <a:buClr>
                <a:schemeClr val="dk1"/>
              </a:buClr>
              <a:buSzPts val="1600"/>
              <a:buFont typeface="Roboto"/>
              <a:buChar char="●"/>
            </a:pPr>
            <a:r>
              <a:rPr b="0" i="0" lang="en-GB" sz="1600" u="none" cap="none" strike="noStrike">
                <a:solidFill>
                  <a:schemeClr val="dk1"/>
                </a:solidFill>
                <a:latin typeface="Roboto"/>
                <a:ea typeface="Roboto"/>
                <a:cs typeface="Roboto"/>
                <a:sym typeface="Roboto"/>
              </a:rPr>
              <a:t>HCF</a:t>
            </a:r>
            <a:endParaRPr b="0" i="0" sz="1600" u="none" cap="none" strike="noStrike">
              <a:solidFill>
                <a:schemeClr val="dk1"/>
              </a:solidFill>
              <a:latin typeface="Roboto"/>
              <a:ea typeface="Roboto"/>
              <a:cs typeface="Roboto"/>
              <a:sym typeface="Roboto"/>
            </a:endParaRPr>
          </a:p>
          <a:p>
            <a:pPr indent="0" lvl="0" marL="0" marR="0" rtl="0" algn="just">
              <a:lnSpc>
                <a:spcPct val="200000"/>
              </a:lnSpc>
              <a:spcBef>
                <a:spcPts val="0"/>
              </a:spcBef>
              <a:spcAft>
                <a:spcPts val="0"/>
              </a:spcAft>
              <a:buClr>
                <a:schemeClr val="dk1"/>
              </a:buClr>
              <a:buSzPts val="1800"/>
              <a:buFont typeface="Arial"/>
              <a:buNone/>
            </a:pPr>
            <a:r>
              <a:t/>
            </a:r>
            <a:endParaRPr b="0" i="0" sz="1600" u="none" cap="none" strike="noStrike">
              <a:solidFill>
                <a:schemeClr val="dk1"/>
              </a:solidFill>
              <a:latin typeface="Roboto"/>
              <a:ea typeface="Roboto"/>
              <a:cs typeface="Roboto"/>
              <a:sym typeface="Roboto"/>
            </a:endParaRPr>
          </a:p>
          <a:p>
            <a:pPr indent="-330200" lvl="0" marL="457200" marR="0" rtl="0" algn="just">
              <a:lnSpc>
                <a:spcPct val="200000"/>
              </a:lnSpc>
              <a:spcBef>
                <a:spcPts val="0"/>
              </a:spcBef>
              <a:spcAft>
                <a:spcPts val="0"/>
              </a:spcAft>
              <a:buClr>
                <a:schemeClr val="dk1"/>
              </a:buClr>
              <a:buSzPts val="1600"/>
              <a:buFont typeface="Roboto"/>
              <a:buChar char="●"/>
            </a:pPr>
            <a:r>
              <a:rPr b="0" i="0" lang="en-GB" sz="1600" u="none" cap="none" strike="noStrike">
                <a:solidFill>
                  <a:schemeClr val="dk1"/>
                </a:solidFill>
                <a:latin typeface="Roboto"/>
                <a:ea typeface="Roboto"/>
                <a:cs typeface="Roboto"/>
                <a:sym typeface="Roboto"/>
              </a:rPr>
              <a:t>LCM</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800"/>
              </a:spcBef>
              <a:spcAft>
                <a:spcPts val="0"/>
              </a:spcAft>
              <a:buClr>
                <a:srgbClr val="000000"/>
              </a:buClr>
              <a:buSzPts val="1600"/>
              <a:buFont typeface="Arial"/>
              <a:buNone/>
            </a:pPr>
            <a:r>
              <a:t/>
            </a:r>
            <a:endParaRPr b="0" i="0" sz="1600" u="none" cap="none" strike="noStrike">
              <a:solidFill>
                <a:srgbClr val="222222"/>
              </a:solidFill>
              <a:highlight>
                <a:schemeClr val="lt1"/>
              </a:highlight>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31ef0a2ba5c_0_0"/>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HCF</a:t>
            </a:r>
            <a:endParaRPr b="1" i="0" sz="2000" u="none" cap="none" strike="noStrike">
              <a:solidFill>
                <a:srgbClr val="8182EF"/>
              </a:solidFill>
              <a:latin typeface="Roboto"/>
              <a:ea typeface="Roboto"/>
              <a:cs typeface="Roboto"/>
              <a:sym typeface="Roboto"/>
            </a:endParaRPr>
          </a:p>
        </p:txBody>
      </p:sp>
      <p:sp>
        <p:nvSpPr>
          <p:cNvPr id="158" name="Google Shape;158;g31ef0a2ba5c_0_0"/>
          <p:cNvSpPr txBox="1"/>
          <p:nvPr/>
        </p:nvSpPr>
        <p:spPr>
          <a:xfrm>
            <a:off x="547800" y="1439875"/>
            <a:ext cx="3172200" cy="923400"/>
          </a:xfrm>
          <a:prstGeom prst="rect">
            <a:avLst/>
          </a:prstGeom>
          <a:noFill/>
          <a:ln>
            <a:noFill/>
          </a:ln>
        </p:spPr>
        <p:txBody>
          <a:bodyPr anchorCtr="0" anchor="t" bIns="91425" lIns="91425" spcFirstLastPara="1" rIns="91425" wrap="square" tIns="91425">
            <a:spAutoFit/>
          </a:bodyPr>
          <a:lstStyle/>
          <a:p>
            <a:pPr indent="0" lvl="0" marL="11430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What?</a:t>
            </a:r>
            <a:endParaRPr b="0" i="0" sz="1600" u="none" cap="none" strike="noStrike">
              <a:solidFill>
                <a:schemeClr val="dk1"/>
              </a:solidFill>
              <a:latin typeface="Roboto"/>
              <a:ea typeface="Roboto"/>
              <a:cs typeface="Roboto"/>
              <a:sym typeface="Roboto"/>
            </a:endParaRPr>
          </a:p>
          <a:p>
            <a:pPr indent="0" lvl="0" marL="11430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Roboto"/>
              <a:ea typeface="Roboto"/>
              <a:cs typeface="Roboto"/>
              <a:sym typeface="Roboto"/>
            </a:endParaRPr>
          </a:p>
          <a:p>
            <a:pPr indent="0" lvl="0" marL="114300" marR="0" rtl="0" algn="l">
              <a:lnSpc>
                <a:spcPct val="100000"/>
              </a:lnSpc>
              <a:spcBef>
                <a:spcPts val="0"/>
              </a:spcBef>
              <a:spcAft>
                <a:spcPts val="0"/>
              </a:spcAft>
              <a:buClr>
                <a:srgbClr val="000000"/>
              </a:buClr>
              <a:buSzPts val="1600"/>
              <a:buFont typeface="Arial"/>
              <a:buNone/>
            </a:pPr>
            <a:r>
              <a:rPr b="0" i="0" lang="en-GB" sz="1600" u="none" cap="none" strike="noStrike">
                <a:solidFill>
                  <a:schemeClr val="dk1"/>
                </a:solidFill>
                <a:latin typeface="Roboto"/>
                <a:ea typeface="Roboto"/>
                <a:cs typeface="Roboto"/>
                <a:sym typeface="Roboto"/>
              </a:rPr>
              <a:t>How to Find?</a:t>
            </a:r>
            <a:endParaRPr b="0" i="0" sz="1600" u="none" cap="none" strike="noStrike">
              <a:solidFill>
                <a:schemeClr val="dk1"/>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1b9c7de5da_0_78"/>
          <p:cNvSpPr txBox="1"/>
          <p:nvPr/>
        </p:nvSpPr>
        <p:spPr>
          <a:xfrm>
            <a:off x="572100" y="1439874"/>
            <a:ext cx="8472300" cy="1663800"/>
          </a:xfrm>
          <a:prstGeom prst="rect">
            <a:avLst/>
          </a:prstGeom>
          <a:noFill/>
          <a:ln>
            <a:noFill/>
          </a:ln>
        </p:spPr>
        <p:txBody>
          <a:bodyPr anchorCtr="0" anchor="t" bIns="45700" lIns="91425" spcFirstLastPara="1" rIns="91425" wrap="square" tIns="45700">
            <a:spAutoFit/>
          </a:bodyPr>
          <a:lstStyle/>
          <a:p>
            <a:pPr indent="0" lvl="0" marL="114300" marR="0" rtl="0" algn="l">
              <a:lnSpc>
                <a:spcPct val="115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What?</a:t>
            </a:r>
            <a:endParaRPr b="0" i="0" sz="1600" u="none" cap="none" strike="noStrike">
              <a:solidFill>
                <a:schemeClr val="dk1"/>
              </a:solidFill>
              <a:latin typeface="Roboto"/>
              <a:ea typeface="Roboto"/>
              <a:cs typeface="Roboto"/>
              <a:sym typeface="Roboto"/>
            </a:endParaRPr>
          </a:p>
          <a:p>
            <a:pPr indent="0" lvl="0" marL="114300" marR="0" rtl="0" algn="l">
              <a:lnSpc>
                <a:spcPct val="115000"/>
              </a:lnSpc>
              <a:spcBef>
                <a:spcPts val="0"/>
              </a:spcBef>
              <a:spcAft>
                <a:spcPts val="0"/>
              </a:spcAft>
              <a:buClr>
                <a:schemeClr val="dk1"/>
              </a:buClr>
              <a:buSzPts val="1100"/>
              <a:buFont typeface="Arial"/>
              <a:buNone/>
            </a:pPr>
            <a:r>
              <a:t/>
            </a:r>
            <a:endParaRPr b="0" i="0" sz="1600" u="none" cap="none" strike="noStrike">
              <a:solidFill>
                <a:schemeClr val="dk1"/>
              </a:solidFill>
              <a:latin typeface="Roboto"/>
              <a:ea typeface="Roboto"/>
              <a:cs typeface="Roboto"/>
              <a:sym typeface="Roboto"/>
            </a:endParaRPr>
          </a:p>
          <a:p>
            <a:pPr indent="0" lvl="0" marL="114300" marR="0" rtl="0" algn="l">
              <a:lnSpc>
                <a:spcPct val="115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How to Find?</a:t>
            </a:r>
            <a:endParaRPr b="0" i="0" sz="1600" u="none" cap="none" strike="noStrike">
              <a:solidFill>
                <a:schemeClr val="dk1"/>
              </a:solidFill>
              <a:latin typeface="Roboto"/>
              <a:ea typeface="Roboto"/>
              <a:cs typeface="Roboto"/>
              <a:sym typeface="Roboto"/>
            </a:endParaRPr>
          </a:p>
          <a:p>
            <a:pPr indent="0" lvl="0" marL="114300" marR="0" rtl="0" algn="l">
              <a:lnSpc>
                <a:spcPct val="115000"/>
              </a:lnSpc>
              <a:spcBef>
                <a:spcPts val="0"/>
              </a:spcBef>
              <a:spcAft>
                <a:spcPts val="0"/>
              </a:spcAft>
              <a:buClr>
                <a:schemeClr val="dk1"/>
              </a:buClr>
              <a:buSzPts val="1100"/>
              <a:buFont typeface="Arial"/>
              <a:buNone/>
            </a:pPr>
            <a:r>
              <a:t/>
            </a:r>
            <a:endParaRPr b="0" i="0" sz="1600" u="none" cap="none" strike="noStrike">
              <a:solidFill>
                <a:schemeClr val="dk1"/>
              </a:solidFill>
              <a:latin typeface="Roboto"/>
              <a:ea typeface="Roboto"/>
              <a:cs typeface="Roboto"/>
              <a:sym typeface="Roboto"/>
            </a:endParaRPr>
          </a:p>
          <a:p>
            <a:pPr indent="0" lvl="0" marL="457200" marR="0" rtl="0" algn="l">
              <a:lnSpc>
                <a:spcPct val="115000"/>
              </a:lnSpc>
              <a:spcBef>
                <a:spcPts val="1500"/>
              </a:spcBef>
              <a:spcAft>
                <a:spcPts val="0"/>
              </a:spcAft>
              <a:buClr>
                <a:srgbClr val="000000"/>
              </a:buClr>
              <a:buSzPts val="1400"/>
              <a:buFont typeface="Arial"/>
              <a:buNone/>
            </a:pPr>
            <a:r>
              <a:t/>
            </a:r>
            <a:endParaRPr b="0" i="0" sz="1600" u="none" cap="none" strike="noStrike">
              <a:solidFill>
                <a:srgbClr val="21242C"/>
              </a:solidFill>
              <a:highlight>
                <a:schemeClr val="lt1"/>
              </a:highlight>
              <a:latin typeface="Roboto"/>
              <a:ea typeface="Roboto"/>
              <a:cs typeface="Roboto"/>
              <a:sym typeface="Roboto"/>
            </a:endParaRPr>
          </a:p>
        </p:txBody>
      </p:sp>
      <p:sp>
        <p:nvSpPr>
          <p:cNvPr id="164" name="Google Shape;164;g31b9c7de5da_0_78"/>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LCM</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31b9c7de5da_0_94"/>
          <p:cNvSpPr txBox="1"/>
          <p:nvPr/>
        </p:nvSpPr>
        <p:spPr>
          <a:xfrm>
            <a:off x="720000" y="630250"/>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Arial"/>
              <a:buNone/>
            </a:pPr>
            <a:r>
              <a:rPr b="1" i="0" lang="en-GB" sz="2000" u="none" cap="none" strike="noStrike">
                <a:solidFill>
                  <a:srgbClr val="8182EF"/>
                </a:solidFill>
                <a:latin typeface="Roboto"/>
                <a:ea typeface="Roboto"/>
                <a:cs typeface="Roboto"/>
                <a:sym typeface="Roboto"/>
              </a:rPr>
              <a:t>Question:QO1</a:t>
            </a:r>
            <a:endParaRPr b="1" i="0" sz="2000" u="none" cap="none" strike="noStrike">
              <a:solidFill>
                <a:srgbClr val="8182EF"/>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8182EF"/>
              </a:solidFill>
              <a:latin typeface="Roboto"/>
              <a:ea typeface="Roboto"/>
              <a:cs typeface="Roboto"/>
              <a:sym typeface="Roboto"/>
            </a:endParaRPr>
          </a:p>
        </p:txBody>
      </p:sp>
      <p:sp>
        <p:nvSpPr>
          <p:cNvPr id="170" name="Google Shape;170;g31b9c7de5da_0_94"/>
          <p:cNvSpPr txBox="1"/>
          <p:nvPr/>
        </p:nvSpPr>
        <p:spPr>
          <a:xfrm>
            <a:off x="720000" y="1439999"/>
            <a:ext cx="8472300" cy="26505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100"/>
              <a:buFont typeface="Arial"/>
              <a:buNone/>
            </a:pPr>
            <a:r>
              <a:rPr b="0" i="0" lang="en-GB" sz="1800" u="none" cap="none" strike="noStrike">
                <a:solidFill>
                  <a:schemeClr val="dk1"/>
                </a:solidFill>
                <a:latin typeface="Roboto"/>
                <a:ea typeface="Roboto"/>
                <a:cs typeface="Roboto"/>
                <a:sym typeface="Roboto"/>
              </a:rPr>
              <a:t>Find the greatest number that will divide 43, 91 and 183 so as to </a:t>
            </a:r>
            <a:endParaRPr b="0" i="0" sz="18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800" u="none" cap="none" strike="noStrike">
                <a:solidFill>
                  <a:schemeClr val="dk1"/>
                </a:solidFill>
                <a:latin typeface="Roboto"/>
                <a:ea typeface="Roboto"/>
                <a:cs typeface="Roboto"/>
                <a:sym typeface="Roboto"/>
              </a:rPr>
              <a:t>leave the same remainder in each case.</a:t>
            </a:r>
            <a:endParaRPr b="0" i="0" sz="18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800"/>
              <a:buFont typeface="Arial"/>
              <a:buNone/>
            </a:pPr>
            <a:r>
              <a:t/>
            </a:r>
            <a:endParaRPr b="0" i="0" sz="18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4</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7</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9</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13 </a:t>
            </a:r>
            <a:endParaRPr b="0" i="0" sz="1600" u="none" cap="none" strike="noStrike">
              <a:solidFill>
                <a:schemeClr val="dk1"/>
              </a:solidFill>
              <a:latin typeface="Roboto"/>
              <a:ea typeface="Roboto"/>
              <a:cs typeface="Roboto"/>
              <a:sym typeface="Roboto"/>
            </a:endParaRPr>
          </a:p>
          <a:p>
            <a:pPr indent="0" lvl="0" marL="457200" marR="0" rtl="0" algn="l">
              <a:lnSpc>
                <a:spcPct val="115000"/>
              </a:lnSpc>
              <a:spcBef>
                <a:spcPts val="1500"/>
              </a:spcBef>
              <a:spcAft>
                <a:spcPts val="0"/>
              </a:spcAft>
              <a:buClr>
                <a:srgbClr val="000000"/>
              </a:buClr>
              <a:buSzPts val="1400"/>
              <a:buFont typeface="Arial"/>
              <a:buNone/>
            </a:pPr>
            <a:r>
              <a:t/>
            </a:r>
            <a:endParaRPr b="0" i="0" sz="1800" u="none" cap="none" strike="noStrike">
              <a:solidFill>
                <a:srgbClr val="231F20"/>
              </a:solidFill>
              <a:latin typeface="Roboto"/>
              <a:ea typeface="Roboto"/>
              <a:cs typeface="Roboto"/>
              <a:sym typeface="Roboto"/>
            </a:endParaRPr>
          </a:p>
        </p:txBody>
      </p:sp>
      <p:sp>
        <p:nvSpPr>
          <p:cNvPr id="171" name="Google Shape;171;g31b9c7de5da_0_94"/>
          <p:cNvSpPr txBox="1"/>
          <p:nvPr/>
        </p:nvSpPr>
        <p:spPr>
          <a:xfrm>
            <a:off x="6516500" y="4142725"/>
            <a:ext cx="1852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rgbClr val="222222"/>
                </a:solidFill>
                <a:latin typeface="Arial"/>
                <a:ea typeface="Arial"/>
                <a:cs typeface="Arial"/>
                <a:sym typeface="Arial"/>
              </a:rPr>
              <a:t>Answer : A</a:t>
            </a:r>
            <a:endParaRPr b="0" i="0" sz="1600" u="none" cap="none" strike="noStrike">
              <a:solidFill>
                <a:srgbClr val="22222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gtEl>
                                        <p:attrNameLst>
                                          <p:attrName>style.visibility</p:attrName>
                                        </p:attrNameLst>
                                      </p:cBhvr>
                                      <p:to>
                                        <p:strVal val="visible"/>
                                      </p:to>
                                    </p:set>
                                    <p:animEffect filter="fade" transition="in">
                                      <p:cBhvr>
                                        <p:cTn dur="1000"/>
                                        <p:tgtEl>
                                          <p:spTgt spid="1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5" name="Shape 175"/>
        <p:cNvGrpSpPr/>
        <p:nvPr/>
      </p:nvGrpSpPr>
      <p:grpSpPr>
        <a:xfrm>
          <a:off x="0" y="0"/>
          <a:ext cx="0" cy="0"/>
          <a:chOff x="0" y="0"/>
          <a:chExt cx="0" cy="0"/>
        </a:xfrm>
      </p:grpSpPr>
      <p:sp>
        <p:nvSpPr>
          <p:cNvPr id="176" name="Google Shape;176;g14337fc5d25_0_562"/>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177" name="Google Shape;177;g14337fc5d25_0_562"/>
          <p:cNvSpPr txBox="1"/>
          <p:nvPr/>
        </p:nvSpPr>
        <p:spPr>
          <a:xfrm>
            <a:off x="720000" y="1439875"/>
            <a:ext cx="8239500" cy="1666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Required number = H.C.F. of (91 - 43), (183 - 91) and (183 - 43)</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     = H.C.F. of 48, 92 and 140 = 4.</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8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800"/>
              </a:spcBef>
              <a:spcAft>
                <a:spcPts val="0"/>
              </a:spcAft>
              <a:buClr>
                <a:srgbClr val="000000"/>
              </a:buClr>
              <a:buSzPts val="1400"/>
              <a:buFont typeface="Arial"/>
              <a:buNone/>
            </a:pPr>
            <a:r>
              <a:t/>
            </a:r>
            <a:endParaRPr b="0" i="0" sz="1600" u="none" cap="none" strike="noStrike">
              <a:solidFill>
                <a:srgbClr val="231F20"/>
              </a:solidFill>
              <a:highlight>
                <a:schemeClr val="lt1"/>
              </a:highlight>
              <a:latin typeface="Roboto"/>
              <a:ea typeface="Roboto"/>
              <a:cs typeface="Roboto"/>
              <a:sym typeface="Roboto"/>
            </a:endParaRPr>
          </a:p>
        </p:txBody>
      </p:sp>
      <p:sp>
        <p:nvSpPr>
          <p:cNvPr id="178" name="Google Shape;178;g14337fc5d25_0_562"/>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xEl>
                                              <p:pRg end="0" st="0"/>
                                            </p:txEl>
                                          </p:spTgt>
                                        </p:tgtEl>
                                        <p:attrNameLst>
                                          <p:attrName>style.visibility</p:attrName>
                                        </p:attrNameLst>
                                      </p:cBhvr>
                                      <p:to>
                                        <p:strVal val="visible"/>
                                      </p:to>
                                    </p:set>
                                    <p:animEffect filter="fade" transition="in">
                                      <p:cBhvr>
                                        <p:cTn dur="1000"/>
                                        <p:tgtEl>
                                          <p:spTgt spid="176">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1b9c7de5da_0_102"/>
          <p:cNvSpPr txBox="1"/>
          <p:nvPr/>
        </p:nvSpPr>
        <p:spPr>
          <a:xfrm>
            <a:off x="720725" y="630250"/>
            <a:ext cx="30000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Arial"/>
              <a:buNone/>
            </a:pPr>
            <a:r>
              <a:rPr b="1" i="0" lang="en-GB" sz="2000" u="none" cap="none" strike="noStrike">
                <a:solidFill>
                  <a:srgbClr val="8182EF"/>
                </a:solidFill>
                <a:latin typeface="Roboto"/>
                <a:ea typeface="Roboto"/>
                <a:cs typeface="Roboto"/>
                <a:sym typeface="Roboto"/>
              </a:rPr>
              <a:t>Question:QO2</a:t>
            </a:r>
            <a:endParaRPr b="1" i="0" sz="2000" u="none" cap="none" strike="noStrike">
              <a:solidFill>
                <a:srgbClr val="8182EF"/>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2000"/>
              <a:buFont typeface="Arial"/>
              <a:buNone/>
            </a:pPr>
            <a:r>
              <a:t/>
            </a:r>
            <a:endParaRPr b="1" i="0" sz="2000" u="none" cap="none" strike="noStrike">
              <a:solidFill>
                <a:srgbClr val="8182EF"/>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8182EF"/>
              </a:solidFill>
              <a:latin typeface="Roboto"/>
              <a:ea typeface="Roboto"/>
              <a:cs typeface="Roboto"/>
              <a:sym typeface="Roboto"/>
            </a:endParaRPr>
          </a:p>
        </p:txBody>
      </p:sp>
      <p:sp>
        <p:nvSpPr>
          <p:cNvPr id="184" name="Google Shape;184;g31b9c7de5da_0_102"/>
          <p:cNvSpPr txBox="1"/>
          <p:nvPr/>
        </p:nvSpPr>
        <p:spPr>
          <a:xfrm>
            <a:off x="720725" y="1439874"/>
            <a:ext cx="8472300" cy="26505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100"/>
              <a:buFont typeface="Arial"/>
              <a:buNone/>
            </a:pPr>
            <a:r>
              <a:rPr b="0" i="0" lang="en-GB" sz="1800" u="none" cap="none" strike="noStrike">
                <a:solidFill>
                  <a:schemeClr val="dk1"/>
                </a:solidFill>
                <a:latin typeface="Roboto"/>
                <a:ea typeface="Roboto"/>
                <a:cs typeface="Roboto"/>
                <a:sym typeface="Roboto"/>
              </a:rPr>
              <a:t>The greatest number which on dividing 1657 and 2037 leaves </a:t>
            </a:r>
            <a:endParaRPr b="0" i="0" sz="18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800" u="none" cap="none" strike="noStrike">
                <a:solidFill>
                  <a:schemeClr val="dk1"/>
                </a:solidFill>
                <a:latin typeface="Roboto"/>
                <a:ea typeface="Roboto"/>
                <a:cs typeface="Roboto"/>
                <a:sym typeface="Roboto"/>
              </a:rPr>
              <a:t>remainders 6 and 5 respectively, is:</a:t>
            </a:r>
            <a:endParaRPr b="0" i="0" sz="18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 </a:t>
            </a:r>
            <a:endParaRPr b="0" i="0" sz="18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123</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127</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235</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305</a:t>
            </a:r>
            <a:endParaRPr b="0" i="0" sz="1600" u="none" cap="none" strike="noStrike">
              <a:solidFill>
                <a:schemeClr val="dk1"/>
              </a:solidFill>
              <a:latin typeface="Roboto"/>
              <a:ea typeface="Roboto"/>
              <a:cs typeface="Roboto"/>
              <a:sym typeface="Roboto"/>
            </a:endParaRPr>
          </a:p>
          <a:p>
            <a:pPr indent="0" lvl="0" marL="457200" marR="0" rtl="0" algn="l">
              <a:lnSpc>
                <a:spcPct val="115000"/>
              </a:lnSpc>
              <a:spcBef>
                <a:spcPts val="1500"/>
              </a:spcBef>
              <a:spcAft>
                <a:spcPts val="0"/>
              </a:spcAft>
              <a:buClr>
                <a:srgbClr val="000000"/>
              </a:buClr>
              <a:buSzPts val="1400"/>
              <a:buFont typeface="Arial"/>
              <a:buNone/>
            </a:pPr>
            <a:r>
              <a:t/>
            </a:r>
            <a:endParaRPr b="0" i="0" sz="1800" u="none" cap="none" strike="noStrike">
              <a:solidFill>
                <a:srgbClr val="231F20"/>
              </a:solidFill>
              <a:latin typeface="Roboto"/>
              <a:ea typeface="Roboto"/>
              <a:cs typeface="Roboto"/>
              <a:sym typeface="Roboto"/>
            </a:endParaRPr>
          </a:p>
        </p:txBody>
      </p:sp>
      <p:sp>
        <p:nvSpPr>
          <p:cNvPr id="185" name="Google Shape;185;g31b9c7de5da_0_102"/>
          <p:cNvSpPr txBox="1"/>
          <p:nvPr/>
        </p:nvSpPr>
        <p:spPr>
          <a:xfrm>
            <a:off x="6516500" y="4142725"/>
            <a:ext cx="1852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rgbClr val="222222"/>
                </a:solidFill>
                <a:latin typeface="Arial"/>
                <a:ea typeface="Arial"/>
                <a:cs typeface="Arial"/>
                <a:sym typeface="Arial"/>
              </a:rPr>
              <a:t>Answer : B</a:t>
            </a:r>
            <a:endParaRPr b="0" i="0" sz="1600" u="none" cap="none" strike="noStrike">
              <a:solidFill>
                <a:srgbClr val="222222"/>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9" name="Shape 189"/>
        <p:cNvGrpSpPr/>
        <p:nvPr/>
      </p:nvGrpSpPr>
      <p:grpSpPr>
        <a:xfrm>
          <a:off x="0" y="0"/>
          <a:ext cx="0" cy="0"/>
          <a:chOff x="0" y="0"/>
          <a:chExt cx="0" cy="0"/>
        </a:xfrm>
      </p:grpSpPr>
      <p:sp>
        <p:nvSpPr>
          <p:cNvPr id="190" name="Google Shape;190;g14337fc5d25_0_578"/>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191" name="Google Shape;191;g14337fc5d25_0_578"/>
          <p:cNvSpPr txBox="1"/>
          <p:nvPr/>
        </p:nvSpPr>
        <p:spPr>
          <a:xfrm>
            <a:off x="720000" y="1439875"/>
            <a:ext cx="8022600" cy="1563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Required number = H.C.F. of (1657 - 6) and (2037 - 5)</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  = H.C.F. of 1651 and 2032 = 127.</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8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400"/>
              <a:buFont typeface="Arial"/>
              <a:buNone/>
            </a:pPr>
            <a:r>
              <a:t/>
            </a:r>
            <a:endParaRPr b="0" i="0" sz="1600" u="none" cap="none" strike="noStrike">
              <a:solidFill>
                <a:srgbClr val="231F20"/>
              </a:solidFill>
              <a:highlight>
                <a:schemeClr val="lt1"/>
              </a:highlight>
              <a:latin typeface="Roboto"/>
              <a:ea typeface="Roboto"/>
              <a:cs typeface="Roboto"/>
              <a:sym typeface="Roboto"/>
            </a:endParaRPr>
          </a:p>
        </p:txBody>
      </p:sp>
      <p:sp>
        <p:nvSpPr>
          <p:cNvPr id="192" name="Google Shape;192;g14337fc5d25_0_578"/>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xEl>
                                              <p:pRg end="0" st="0"/>
                                            </p:txEl>
                                          </p:spTgt>
                                        </p:tgtEl>
                                        <p:attrNameLst>
                                          <p:attrName>style.visibility</p:attrName>
                                        </p:attrNameLst>
                                      </p:cBhvr>
                                      <p:to>
                                        <p:strVal val="visible"/>
                                      </p:to>
                                    </p:set>
                                    <p:animEffect filter="fade" transition="in">
                                      <p:cBhvr>
                                        <p:cTn dur="1000"/>
                                        <p:tgtEl>
                                          <p:spTgt spid="190">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g31b9c7de5da_0_110"/>
          <p:cNvSpPr txBox="1"/>
          <p:nvPr/>
        </p:nvSpPr>
        <p:spPr>
          <a:xfrm>
            <a:off x="720000" y="1439999"/>
            <a:ext cx="8472300" cy="23319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100"/>
              <a:buFont typeface="Arial"/>
              <a:buNone/>
            </a:pPr>
            <a:r>
              <a:rPr b="0" i="0" lang="en-GB" sz="1800" u="none" cap="none" strike="noStrike">
                <a:solidFill>
                  <a:schemeClr val="dk1"/>
                </a:solidFill>
                <a:latin typeface="Roboto"/>
                <a:ea typeface="Roboto"/>
                <a:cs typeface="Roboto"/>
                <a:sym typeface="Roboto"/>
              </a:rPr>
              <a:t>Which of the following has the most number of divisors?</a:t>
            </a:r>
            <a:endParaRPr b="0" i="0" sz="18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800"/>
              <a:buFont typeface="Arial"/>
              <a:buNone/>
            </a:pPr>
            <a:r>
              <a:t/>
            </a:r>
            <a:endParaRPr b="0" i="0" sz="18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99</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101</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176</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182</a:t>
            </a:r>
            <a:endParaRPr b="0" i="0" sz="1600" u="none" cap="none" strike="noStrike">
              <a:solidFill>
                <a:schemeClr val="dk1"/>
              </a:solidFill>
              <a:latin typeface="Roboto"/>
              <a:ea typeface="Roboto"/>
              <a:cs typeface="Roboto"/>
              <a:sym typeface="Roboto"/>
            </a:endParaRPr>
          </a:p>
          <a:p>
            <a:pPr indent="0" lvl="0" marL="457200" marR="0" rtl="0" algn="l">
              <a:lnSpc>
                <a:spcPct val="115000"/>
              </a:lnSpc>
              <a:spcBef>
                <a:spcPts val="1500"/>
              </a:spcBef>
              <a:spcAft>
                <a:spcPts val="0"/>
              </a:spcAft>
              <a:buClr>
                <a:srgbClr val="000000"/>
              </a:buClr>
              <a:buSzPts val="1800"/>
              <a:buFont typeface="Arial"/>
              <a:buNone/>
            </a:pPr>
            <a:r>
              <a:t/>
            </a:r>
            <a:endParaRPr b="0" i="0" sz="1800" u="none" cap="none" strike="noStrike">
              <a:solidFill>
                <a:srgbClr val="231F20"/>
              </a:solidFill>
              <a:latin typeface="Roboto"/>
              <a:ea typeface="Roboto"/>
              <a:cs typeface="Roboto"/>
              <a:sym typeface="Roboto"/>
            </a:endParaRPr>
          </a:p>
        </p:txBody>
      </p:sp>
      <p:sp>
        <p:nvSpPr>
          <p:cNvPr id="198" name="Google Shape;198;g31b9c7de5da_0_110"/>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Question:QO3</a:t>
            </a:r>
            <a:endParaRPr b="1" i="0" sz="2000" u="none" cap="none" strike="noStrike">
              <a:solidFill>
                <a:srgbClr val="8182EF"/>
              </a:solidFill>
              <a:latin typeface="Roboto"/>
              <a:ea typeface="Roboto"/>
              <a:cs typeface="Roboto"/>
              <a:sym typeface="Roboto"/>
            </a:endParaRPr>
          </a:p>
        </p:txBody>
      </p:sp>
      <p:sp>
        <p:nvSpPr>
          <p:cNvPr id="199" name="Google Shape;199;g31b9c7de5da_0_110"/>
          <p:cNvSpPr txBox="1"/>
          <p:nvPr/>
        </p:nvSpPr>
        <p:spPr>
          <a:xfrm>
            <a:off x="6516500" y="4142725"/>
            <a:ext cx="1852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rgbClr val="222222"/>
                </a:solidFill>
                <a:latin typeface="Arial"/>
                <a:ea typeface="Arial"/>
                <a:cs typeface="Arial"/>
                <a:sym typeface="Arial"/>
              </a:rPr>
              <a:t>Answer : A</a:t>
            </a:r>
            <a:endParaRPr b="0" i="0" sz="1600" u="none" cap="none" strike="noStrike">
              <a:solidFill>
                <a:srgbClr val="222222"/>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3" name="Shape 203"/>
        <p:cNvGrpSpPr/>
        <p:nvPr/>
      </p:nvGrpSpPr>
      <p:grpSpPr>
        <a:xfrm>
          <a:off x="0" y="0"/>
          <a:ext cx="0" cy="0"/>
          <a:chOff x="0" y="0"/>
          <a:chExt cx="0" cy="0"/>
        </a:xfrm>
      </p:grpSpPr>
      <p:sp>
        <p:nvSpPr>
          <p:cNvPr id="204" name="Google Shape;204;g14337fc5d25_0_594"/>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05" name="Google Shape;205;g14337fc5d25_0_594"/>
          <p:cNvSpPr txBox="1"/>
          <p:nvPr/>
        </p:nvSpPr>
        <p:spPr>
          <a:xfrm>
            <a:off x="720000" y="1170000"/>
            <a:ext cx="7291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rgbClr val="2A2A2A"/>
              </a:solidFill>
              <a:highlight>
                <a:schemeClr val="lt1"/>
              </a:highlight>
              <a:latin typeface="Roboto"/>
              <a:ea typeface="Roboto"/>
              <a:cs typeface="Roboto"/>
              <a:sym typeface="Roboto"/>
            </a:endParaRPr>
          </a:p>
        </p:txBody>
      </p:sp>
      <p:sp>
        <p:nvSpPr>
          <p:cNvPr id="206" name="Google Shape;206;g14337fc5d25_0_594"/>
          <p:cNvSpPr txBox="1"/>
          <p:nvPr/>
        </p:nvSpPr>
        <p:spPr>
          <a:xfrm>
            <a:off x="814375" y="1570200"/>
            <a:ext cx="7384200" cy="3144600"/>
          </a:xfrm>
          <a:prstGeom prst="rect">
            <a:avLst/>
          </a:pr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99 = 1 x 3 x 3 x 11</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101 = 1 x 101</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176 = 1 x 2 x 2 x 2 x 2 x 11</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182 = 1 x 2 x 7 x 13</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So, divisors of 99 are 1, 3, 9, 11, 33, .99</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8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400"/>
              <a:buFont typeface="Arial"/>
              <a:buNone/>
            </a:pPr>
            <a:r>
              <a:t/>
            </a:r>
            <a:endParaRPr b="0" i="0" sz="1600" u="none" cap="none" strike="noStrike">
              <a:solidFill>
                <a:srgbClr val="231F20"/>
              </a:solidFill>
              <a:highlight>
                <a:schemeClr val="lt1"/>
              </a:highlight>
              <a:latin typeface="Roboto"/>
              <a:ea typeface="Roboto"/>
              <a:cs typeface="Roboto"/>
              <a:sym typeface="Roboto"/>
            </a:endParaRPr>
          </a:p>
        </p:txBody>
      </p:sp>
      <p:sp>
        <p:nvSpPr>
          <p:cNvPr id="207" name="Google Shape;207;g14337fc5d25_0_594"/>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xEl>
                                              <p:pRg end="0" st="0"/>
                                            </p:txEl>
                                          </p:spTgt>
                                        </p:tgtEl>
                                        <p:attrNameLst>
                                          <p:attrName>style.visibility</p:attrName>
                                        </p:attrNameLst>
                                      </p:cBhvr>
                                      <p:to>
                                        <p:strVal val="visible"/>
                                      </p:to>
                                    </p:set>
                                    <p:animEffect filter="fade" transition="in">
                                      <p:cBhvr>
                                        <p:cTn dur="1000"/>
                                        <p:tgtEl>
                                          <p:spTgt spid="204">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1" name="Shape 211"/>
        <p:cNvGrpSpPr/>
        <p:nvPr/>
      </p:nvGrpSpPr>
      <p:grpSpPr>
        <a:xfrm>
          <a:off x="0" y="0"/>
          <a:ext cx="0" cy="0"/>
          <a:chOff x="0" y="0"/>
          <a:chExt cx="0" cy="0"/>
        </a:xfrm>
      </p:grpSpPr>
      <p:sp>
        <p:nvSpPr>
          <p:cNvPr id="212" name="Google Shape;212;g31ef1d26ed3_0_7"/>
          <p:cNvSpPr txBox="1"/>
          <p:nvPr>
            <p:ph idx="1" type="body"/>
          </p:nvPr>
        </p:nvSpPr>
        <p:spPr>
          <a:xfrm>
            <a:off x="720725" y="14398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Divisors of 101 are 1 and 101</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Divisors of 176 are 1, 2, 4, 8, 11, 16, 22, 44, 88 and 176</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Divisors of 182 are 1, 2, 7, 13, 14, 26, 91 and 182.</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Hence, 176 has the most number of divisors.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g14337fc5d25_0_607"/>
          <p:cNvSpPr txBox="1"/>
          <p:nvPr/>
        </p:nvSpPr>
        <p:spPr>
          <a:xfrm>
            <a:off x="671700" y="1439875"/>
            <a:ext cx="8389200" cy="27768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100"/>
              <a:buFont typeface="Arial"/>
              <a:buNone/>
            </a:pPr>
            <a:r>
              <a:rPr b="0" i="0" lang="en-GB" sz="1800" u="none" cap="none" strike="noStrike">
                <a:solidFill>
                  <a:schemeClr val="dk1"/>
                </a:solidFill>
                <a:latin typeface="Roboto"/>
                <a:ea typeface="Roboto"/>
                <a:cs typeface="Roboto"/>
                <a:sym typeface="Roboto"/>
              </a:rPr>
              <a:t>The L.C.M. of two numbers is 48. The numbers are in the ratio 2 : 3. </a:t>
            </a:r>
            <a:endParaRPr b="0" i="0" sz="18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800" u="none" cap="none" strike="noStrike">
                <a:solidFill>
                  <a:schemeClr val="dk1"/>
                </a:solidFill>
                <a:latin typeface="Roboto"/>
                <a:ea typeface="Roboto"/>
                <a:cs typeface="Roboto"/>
                <a:sym typeface="Roboto"/>
              </a:rPr>
              <a:t>Then sum of the number is:</a:t>
            </a:r>
            <a:endParaRPr b="0" i="0" sz="1800" u="none" cap="none" strike="noStrike">
              <a:solidFill>
                <a:schemeClr val="dk1"/>
              </a:solidFill>
              <a:latin typeface="Roboto"/>
              <a:ea typeface="Roboto"/>
              <a:cs typeface="Roboto"/>
              <a:sym typeface="Roboto"/>
            </a:endParaRPr>
          </a:p>
          <a:p>
            <a:pPr indent="-342900" lvl="0" marL="457200" marR="0" rtl="0" algn="l">
              <a:lnSpc>
                <a:spcPct val="115000"/>
              </a:lnSpc>
              <a:spcBef>
                <a:spcPts val="0"/>
              </a:spcBef>
              <a:spcAft>
                <a:spcPts val="0"/>
              </a:spcAft>
              <a:buClr>
                <a:schemeClr val="dk1"/>
              </a:buClr>
              <a:buSzPts val="1100"/>
              <a:buFont typeface="Arial"/>
              <a:buNone/>
            </a:pPr>
            <a:r>
              <a:t/>
            </a:r>
            <a:endParaRPr b="0" i="0" sz="18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28</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32</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40</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64</a:t>
            </a:r>
            <a:endParaRPr b="0" i="0" sz="1600" u="none" cap="none" strike="noStrike">
              <a:solidFill>
                <a:schemeClr val="dk1"/>
              </a:solidFill>
              <a:latin typeface="Roboto"/>
              <a:ea typeface="Roboto"/>
              <a:cs typeface="Roboto"/>
              <a:sym typeface="Roboto"/>
            </a:endParaRPr>
          </a:p>
          <a:p>
            <a:pPr indent="-342900" lvl="0" marL="457200" marR="0" rtl="0" algn="l">
              <a:lnSpc>
                <a:spcPct val="115000"/>
              </a:lnSpc>
              <a:spcBef>
                <a:spcPts val="0"/>
              </a:spcBef>
              <a:spcAft>
                <a:spcPts val="0"/>
              </a:spcAft>
              <a:buClr>
                <a:schemeClr val="dk1"/>
              </a:buClr>
              <a:buSzPts val="1800"/>
              <a:buFont typeface="Arial"/>
              <a:buNone/>
            </a:pPr>
            <a:r>
              <a:t/>
            </a:r>
            <a:endParaRPr b="0" i="0" sz="1800" u="none" cap="none" strike="noStrike">
              <a:solidFill>
                <a:schemeClr val="dk1"/>
              </a:solidFill>
              <a:latin typeface="Roboto"/>
              <a:ea typeface="Roboto"/>
              <a:cs typeface="Roboto"/>
              <a:sym typeface="Roboto"/>
            </a:endParaRPr>
          </a:p>
          <a:p>
            <a:pPr indent="0" lvl="0" marL="457200" marR="0" rtl="0" algn="l">
              <a:lnSpc>
                <a:spcPct val="115000"/>
              </a:lnSpc>
              <a:spcBef>
                <a:spcPts val="0"/>
              </a:spcBef>
              <a:spcAft>
                <a:spcPts val="0"/>
              </a:spcAft>
              <a:buClr>
                <a:srgbClr val="000000"/>
              </a:buClr>
              <a:buSzPts val="1800"/>
              <a:buFont typeface="Arial"/>
              <a:buNone/>
            </a:pPr>
            <a:r>
              <a:t/>
            </a:r>
            <a:endParaRPr b="0" i="0" sz="1800" u="none" cap="none" strike="noStrike">
              <a:solidFill>
                <a:srgbClr val="231F20"/>
              </a:solidFill>
              <a:latin typeface="Roboto"/>
              <a:ea typeface="Roboto"/>
              <a:cs typeface="Roboto"/>
              <a:sym typeface="Roboto"/>
            </a:endParaRPr>
          </a:p>
        </p:txBody>
      </p:sp>
      <p:sp>
        <p:nvSpPr>
          <p:cNvPr id="218" name="Google Shape;218;g14337fc5d25_0_607"/>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Question:QO4</a:t>
            </a:r>
            <a:endParaRPr b="1" i="0" sz="2000" u="none" cap="none" strike="noStrike">
              <a:solidFill>
                <a:srgbClr val="8182EF"/>
              </a:solidFill>
              <a:latin typeface="Roboto"/>
              <a:ea typeface="Roboto"/>
              <a:cs typeface="Roboto"/>
              <a:sym typeface="Roboto"/>
            </a:endParaRPr>
          </a:p>
        </p:txBody>
      </p:sp>
      <p:sp>
        <p:nvSpPr>
          <p:cNvPr id="219" name="Google Shape;219;g14337fc5d25_0_607"/>
          <p:cNvSpPr txBox="1"/>
          <p:nvPr/>
        </p:nvSpPr>
        <p:spPr>
          <a:xfrm>
            <a:off x="6516500" y="4142725"/>
            <a:ext cx="1852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rgbClr val="222222"/>
                </a:solidFill>
                <a:latin typeface="Arial"/>
                <a:ea typeface="Arial"/>
                <a:cs typeface="Arial"/>
                <a:sym typeface="Arial"/>
              </a:rPr>
              <a:t>Answer : C</a:t>
            </a:r>
            <a:endParaRPr b="0" i="0" sz="1600" u="none" cap="none" strike="noStrike">
              <a:solidFill>
                <a:srgbClr val="222222"/>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3" name="Shape 223"/>
        <p:cNvGrpSpPr/>
        <p:nvPr/>
      </p:nvGrpSpPr>
      <p:grpSpPr>
        <a:xfrm>
          <a:off x="0" y="0"/>
          <a:ext cx="0" cy="0"/>
          <a:chOff x="0" y="0"/>
          <a:chExt cx="0" cy="0"/>
        </a:xfrm>
      </p:grpSpPr>
      <p:sp>
        <p:nvSpPr>
          <p:cNvPr id="224" name="Google Shape;224;g14337fc5d25_0_615"/>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25" name="Google Shape;225;g14337fc5d25_0_615"/>
          <p:cNvSpPr txBox="1"/>
          <p:nvPr/>
        </p:nvSpPr>
        <p:spPr>
          <a:xfrm>
            <a:off x="720000" y="1439888"/>
            <a:ext cx="7166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t/>
            </a:r>
            <a:endParaRPr b="1" i="0" sz="1400" u="none" cap="none" strike="noStrike">
              <a:solidFill>
                <a:srgbClr val="2A2A2A"/>
              </a:solidFill>
              <a:highlight>
                <a:schemeClr val="lt1"/>
              </a:highlight>
              <a:latin typeface="Roboto"/>
              <a:ea typeface="Roboto"/>
              <a:cs typeface="Roboto"/>
              <a:sym typeface="Roboto"/>
            </a:endParaRPr>
          </a:p>
        </p:txBody>
      </p:sp>
      <p:sp>
        <p:nvSpPr>
          <p:cNvPr id="226" name="Google Shape;226;g14337fc5d25_0_615"/>
          <p:cNvSpPr txBox="1"/>
          <p:nvPr/>
        </p:nvSpPr>
        <p:spPr>
          <a:xfrm>
            <a:off x="720000" y="1439900"/>
            <a:ext cx="7384200" cy="3144600"/>
          </a:xfrm>
          <a:prstGeom prst="rect">
            <a:avLst/>
          </a:pr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342900" lvl="0" marL="457200" marR="0" rtl="0" algn="l">
              <a:lnSpc>
                <a:spcPct val="115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Let the numbers be 2x and 3x.</a:t>
            </a:r>
            <a:endParaRPr b="0" i="0" sz="1600" u="none" cap="none" strike="noStrike">
              <a:solidFill>
                <a:schemeClr val="dk1"/>
              </a:solidFill>
              <a:latin typeface="Roboto"/>
              <a:ea typeface="Roboto"/>
              <a:cs typeface="Roboto"/>
              <a:sym typeface="Roboto"/>
            </a:endParaRPr>
          </a:p>
          <a:p>
            <a:pPr indent="-342900" lvl="0" marL="457200" marR="0" rtl="0" algn="l">
              <a:lnSpc>
                <a:spcPct val="115000"/>
              </a:lnSpc>
              <a:spcBef>
                <a:spcPts val="0"/>
              </a:spcBef>
              <a:spcAft>
                <a:spcPts val="0"/>
              </a:spcAft>
              <a:buClr>
                <a:schemeClr val="dk1"/>
              </a:buClr>
              <a:buSzPts val="1100"/>
              <a:buFont typeface="Arial"/>
              <a:buNone/>
            </a:pPr>
            <a:r>
              <a:t/>
            </a:r>
            <a:endParaRPr b="0" i="0" sz="1600" u="none" cap="none" strike="noStrike">
              <a:solidFill>
                <a:schemeClr val="dk1"/>
              </a:solidFill>
              <a:latin typeface="Roboto"/>
              <a:ea typeface="Roboto"/>
              <a:cs typeface="Roboto"/>
              <a:sym typeface="Roboto"/>
            </a:endParaRPr>
          </a:p>
          <a:p>
            <a:pPr indent="-342900" lvl="0" marL="457200" marR="0" rtl="0" algn="l">
              <a:lnSpc>
                <a:spcPct val="115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Then, their L.C.M. = 6x.</a:t>
            </a:r>
            <a:endParaRPr b="0" i="0" sz="1600" u="none" cap="none" strike="noStrike">
              <a:solidFill>
                <a:schemeClr val="dk1"/>
              </a:solidFill>
              <a:latin typeface="Roboto"/>
              <a:ea typeface="Roboto"/>
              <a:cs typeface="Roboto"/>
              <a:sym typeface="Roboto"/>
            </a:endParaRPr>
          </a:p>
          <a:p>
            <a:pPr indent="-342900" lvl="0" marL="457200" marR="0" rtl="0" algn="l">
              <a:lnSpc>
                <a:spcPct val="115000"/>
              </a:lnSpc>
              <a:spcBef>
                <a:spcPts val="0"/>
              </a:spcBef>
              <a:spcAft>
                <a:spcPts val="0"/>
              </a:spcAft>
              <a:buClr>
                <a:schemeClr val="dk1"/>
              </a:buClr>
              <a:buSzPts val="1100"/>
              <a:buFont typeface="Arial"/>
              <a:buNone/>
            </a:pPr>
            <a:r>
              <a:t/>
            </a:r>
            <a:endParaRPr b="0" i="0" sz="1600" u="none" cap="none" strike="noStrike">
              <a:solidFill>
                <a:schemeClr val="dk1"/>
              </a:solidFill>
              <a:latin typeface="Roboto"/>
              <a:ea typeface="Roboto"/>
              <a:cs typeface="Roboto"/>
              <a:sym typeface="Roboto"/>
            </a:endParaRPr>
          </a:p>
          <a:p>
            <a:pPr indent="-342900" lvl="0" marL="457200" marR="0" rtl="0" algn="l">
              <a:lnSpc>
                <a:spcPct val="115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So, 6x = 48 or x = 8.</a:t>
            </a:r>
            <a:endParaRPr b="0" i="0" sz="1600" u="none" cap="none" strike="noStrike">
              <a:solidFill>
                <a:schemeClr val="dk1"/>
              </a:solidFill>
              <a:latin typeface="Roboto"/>
              <a:ea typeface="Roboto"/>
              <a:cs typeface="Roboto"/>
              <a:sym typeface="Roboto"/>
            </a:endParaRPr>
          </a:p>
          <a:p>
            <a:pPr indent="-342900" lvl="0" marL="457200" marR="0" rtl="0" algn="l">
              <a:lnSpc>
                <a:spcPct val="115000"/>
              </a:lnSpc>
              <a:spcBef>
                <a:spcPts val="0"/>
              </a:spcBef>
              <a:spcAft>
                <a:spcPts val="0"/>
              </a:spcAft>
              <a:buClr>
                <a:schemeClr val="dk1"/>
              </a:buClr>
              <a:buSzPts val="1100"/>
              <a:buFont typeface="Arial"/>
              <a:buNone/>
            </a:pPr>
            <a:r>
              <a:t/>
            </a:r>
            <a:endParaRPr b="0" i="0" sz="1600" u="none" cap="none" strike="noStrike">
              <a:solidFill>
                <a:schemeClr val="dk1"/>
              </a:solidFill>
              <a:latin typeface="Roboto"/>
              <a:ea typeface="Roboto"/>
              <a:cs typeface="Roboto"/>
              <a:sym typeface="Roboto"/>
            </a:endParaRPr>
          </a:p>
          <a:p>
            <a:pPr indent="-342900" lvl="0" marL="457200" marR="0" rtl="0" algn="l">
              <a:lnSpc>
                <a:spcPct val="115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 The numbers are 16 and 24.</a:t>
            </a:r>
            <a:endParaRPr b="0" i="0" sz="1600" u="none" cap="none" strike="noStrike">
              <a:solidFill>
                <a:schemeClr val="dk1"/>
              </a:solidFill>
              <a:latin typeface="Roboto"/>
              <a:ea typeface="Roboto"/>
              <a:cs typeface="Roboto"/>
              <a:sym typeface="Roboto"/>
            </a:endParaRPr>
          </a:p>
          <a:p>
            <a:pPr indent="-342900" lvl="0" marL="457200" marR="0" rtl="0" algn="l">
              <a:lnSpc>
                <a:spcPct val="115000"/>
              </a:lnSpc>
              <a:spcBef>
                <a:spcPts val="0"/>
              </a:spcBef>
              <a:spcAft>
                <a:spcPts val="0"/>
              </a:spcAft>
              <a:buClr>
                <a:schemeClr val="dk1"/>
              </a:buClr>
              <a:buSzPts val="1100"/>
              <a:buFont typeface="Arial"/>
              <a:buNone/>
            </a:pPr>
            <a:r>
              <a:t/>
            </a:r>
            <a:endParaRPr b="0" i="0" sz="1600" u="none" cap="none" strike="noStrike">
              <a:solidFill>
                <a:schemeClr val="dk1"/>
              </a:solidFill>
              <a:latin typeface="Roboto"/>
              <a:ea typeface="Roboto"/>
              <a:cs typeface="Roboto"/>
              <a:sym typeface="Roboto"/>
            </a:endParaRPr>
          </a:p>
          <a:p>
            <a:pPr indent="-342900" lvl="0" marL="457200" marR="0" rtl="0" algn="l">
              <a:lnSpc>
                <a:spcPct val="115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Hence, required sum = (16 + 24) = 40.</a:t>
            </a:r>
            <a:endParaRPr b="0" i="0" sz="1600" u="none" cap="none" strike="noStrike">
              <a:solidFill>
                <a:schemeClr val="dk1"/>
              </a:solidFill>
              <a:latin typeface="Roboto"/>
              <a:ea typeface="Roboto"/>
              <a:cs typeface="Roboto"/>
              <a:sym typeface="Roboto"/>
            </a:endParaRPr>
          </a:p>
          <a:p>
            <a:pPr indent="-342900" lvl="0" marL="457200" marR="0" rtl="0" algn="l">
              <a:lnSpc>
                <a:spcPct val="115000"/>
              </a:lnSpc>
              <a:spcBef>
                <a:spcPts val="0"/>
              </a:spcBef>
              <a:spcAft>
                <a:spcPts val="0"/>
              </a:spcAft>
              <a:buClr>
                <a:schemeClr val="dk1"/>
              </a:buClr>
              <a:buSzPts val="18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400"/>
              <a:buFont typeface="Arial"/>
              <a:buNone/>
            </a:pPr>
            <a:r>
              <a:t/>
            </a:r>
            <a:endParaRPr b="0" i="0" sz="1600" u="none" cap="none" strike="noStrike">
              <a:solidFill>
                <a:schemeClr val="dk1"/>
              </a:solidFill>
              <a:latin typeface="Roboto"/>
              <a:ea typeface="Roboto"/>
              <a:cs typeface="Roboto"/>
              <a:sym typeface="Roboto"/>
            </a:endParaRPr>
          </a:p>
        </p:txBody>
      </p:sp>
      <p:sp>
        <p:nvSpPr>
          <p:cNvPr id="227" name="Google Shape;227;g14337fc5d25_0_615"/>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0" st="0"/>
                                            </p:txEl>
                                          </p:spTgt>
                                        </p:tgtEl>
                                        <p:attrNameLst>
                                          <p:attrName>style.visibility</p:attrName>
                                        </p:attrNameLst>
                                      </p:cBhvr>
                                      <p:to>
                                        <p:strVal val="visible"/>
                                      </p:to>
                                    </p:set>
                                    <p:animEffect filter="fade" transition="in">
                                      <p:cBhvr>
                                        <p:cTn dur="1000"/>
                                        <p:tgtEl>
                                          <p:spTgt spid="224">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g14337fc5d25_0_623"/>
          <p:cNvSpPr txBox="1"/>
          <p:nvPr/>
        </p:nvSpPr>
        <p:spPr>
          <a:xfrm>
            <a:off x="720000" y="1439874"/>
            <a:ext cx="8472300" cy="2776800"/>
          </a:xfrm>
          <a:prstGeom prst="rect">
            <a:avLst/>
          </a:prstGeom>
          <a:noFill/>
          <a:ln>
            <a:noFill/>
          </a:ln>
        </p:spPr>
        <p:txBody>
          <a:bodyPr anchorCtr="0" anchor="t" bIns="45700" lIns="91425" spcFirstLastPara="1" rIns="91425" wrap="square" tIns="45700">
            <a:spAutoFit/>
          </a:bodyPr>
          <a:lstStyle/>
          <a:p>
            <a:pPr indent="0" lvl="0" marL="0" marR="0" rtl="0" algn="just">
              <a:lnSpc>
                <a:spcPct val="115000"/>
              </a:lnSpc>
              <a:spcBef>
                <a:spcPts val="0"/>
              </a:spcBef>
              <a:spcAft>
                <a:spcPts val="0"/>
              </a:spcAft>
              <a:buClr>
                <a:schemeClr val="dk1"/>
              </a:buClr>
              <a:buSzPts val="1100"/>
              <a:buFont typeface="Arial"/>
              <a:buNone/>
            </a:pPr>
            <a:r>
              <a:rPr b="0" i="0" lang="en-GB" sz="1800" u="none" cap="none" strike="noStrike">
                <a:solidFill>
                  <a:schemeClr val="dk1"/>
                </a:solidFill>
                <a:latin typeface="Roboto"/>
                <a:ea typeface="Roboto"/>
                <a:cs typeface="Roboto"/>
                <a:sym typeface="Roboto"/>
              </a:rPr>
              <a:t>Three numbers which are co-prime to each other are such that the </a:t>
            </a:r>
            <a:endParaRPr b="0" i="0" sz="1800" u="none" cap="none" strike="noStrike">
              <a:solidFill>
                <a:schemeClr val="dk1"/>
              </a:solidFill>
              <a:latin typeface="Roboto"/>
              <a:ea typeface="Roboto"/>
              <a:cs typeface="Roboto"/>
              <a:sym typeface="Roboto"/>
            </a:endParaRPr>
          </a:p>
          <a:p>
            <a:pPr indent="0" lvl="0" marL="0" marR="0" rtl="0" algn="just">
              <a:lnSpc>
                <a:spcPct val="115000"/>
              </a:lnSpc>
              <a:spcBef>
                <a:spcPts val="0"/>
              </a:spcBef>
              <a:spcAft>
                <a:spcPts val="0"/>
              </a:spcAft>
              <a:buClr>
                <a:schemeClr val="dk1"/>
              </a:buClr>
              <a:buSzPts val="1100"/>
              <a:buFont typeface="Arial"/>
              <a:buNone/>
            </a:pPr>
            <a:r>
              <a:rPr b="0" i="0" lang="en-GB" sz="1800" u="none" cap="none" strike="noStrike">
                <a:solidFill>
                  <a:schemeClr val="dk1"/>
                </a:solidFill>
                <a:latin typeface="Roboto"/>
                <a:ea typeface="Roboto"/>
                <a:cs typeface="Roboto"/>
                <a:sym typeface="Roboto"/>
              </a:rPr>
              <a:t>product of the first two is 551 and that of the last two is 1073. The sum</a:t>
            </a:r>
            <a:endParaRPr b="0" i="0" sz="1800" u="none" cap="none" strike="noStrike">
              <a:solidFill>
                <a:schemeClr val="dk1"/>
              </a:solidFill>
              <a:latin typeface="Roboto"/>
              <a:ea typeface="Roboto"/>
              <a:cs typeface="Roboto"/>
              <a:sym typeface="Roboto"/>
            </a:endParaRPr>
          </a:p>
          <a:p>
            <a:pPr indent="0" lvl="0" marL="0" marR="0" rtl="0" algn="just">
              <a:lnSpc>
                <a:spcPct val="115000"/>
              </a:lnSpc>
              <a:spcBef>
                <a:spcPts val="0"/>
              </a:spcBef>
              <a:spcAft>
                <a:spcPts val="0"/>
              </a:spcAft>
              <a:buClr>
                <a:schemeClr val="dk1"/>
              </a:buClr>
              <a:buSzPts val="1100"/>
              <a:buFont typeface="Arial"/>
              <a:buNone/>
            </a:pPr>
            <a:r>
              <a:rPr b="0" i="0" lang="en-GB" sz="1800" u="none" cap="none" strike="noStrike">
                <a:solidFill>
                  <a:schemeClr val="dk1"/>
                </a:solidFill>
                <a:latin typeface="Roboto"/>
                <a:ea typeface="Roboto"/>
                <a:cs typeface="Roboto"/>
                <a:sym typeface="Roboto"/>
              </a:rPr>
              <a:t>of the three numbers is:</a:t>
            </a:r>
            <a:endParaRPr b="0" i="0" sz="1800" u="none" cap="none" strike="noStrike">
              <a:solidFill>
                <a:schemeClr val="dk1"/>
              </a:solidFill>
              <a:latin typeface="Roboto"/>
              <a:ea typeface="Roboto"/>
              <a:cs typeface="Roboto"/>
              <a:sym typeface="Roboto"/>
            </a:endParaRPr>
          </a:p>
          <a:p>
            <a:pPr indent="0" lvl="0" marL="0" marR="0" rtl="0" algn="just">
              <a:lnSpc>
                <a:spcPct val="115000"/>
              </a:lnSpc>
              <a:spcBef>
                <a:spcPts val="0"/>
              </a:spcBef>
              <a:spcAft>
                <a:spcPts val="0"/>
              </a:spcAft>
              <a:buClr>
                <a:schemeClr val="dk1"/>
              </a:buClr>
              <a:buSzPts val="1800"/>
              <a:buFont typeface="Arial"/>
              <a:buNone/>
            </a:pPr>
            <a:r>
              <a:t/>
            </a:r>
            <a:endParaRPr b="0" i="0" sz="1800" u="none" cap="none" strike="noStrike">
              <a:solidFill>
                <a:schemeClr val="dk1"/>
              </a:solidFill>
              <a:latin typeface="Roboto"/>
              <a:ea typeface="Roboto"/>
              <a:cs typeface="Roboto"/>
              <a:sym typeface="Roboto"/>
            </a:endParaRPr>
          </a:p>
          <a:p>
            <a:pPr indent="-330200" lvl="0" marL="457200" marR="0" rtl="0" algn="just">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75</a:t>
            </a:r>
            <a:endParaRPr b="0" i="0" sz="1600" u="none" cap="none" strike="noStrike">
              <a:solidFill>
                <a:schemeClr val="dk1"/>
              </a:solidFill>
              <a:latin typeface="Roboto"/>
              <a:ea typeface="Roboto"/>
              <a:cs typeface="Roboto"/>
              <a:sym typeface="Roboto"/>
            </a:endParaRPr>
          </a:p>
          <a:p>
            <a:pPr indent="-330200" lvl="0" marL="457200" marR="0" rtl="0" algn="just">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81</a:t>
            </a:r>
            <a:endParaRPr b="0" i="0" sz="1600" u="none" cap="none" strike="noStrike">
              <a:solidFill>
                <a:schemeClr val="dk1"/>
              </a:solidFill>
              <a:latin typeface="Roboto"/>
              <a:ea typeface="Roboto"/>
              <a:cs typeface="Roboto"/>
              <a:sym typeface="Roboto"/>
            </a:endParaRPr>
          </a:p>
          <a:p>
            <a:pPr indent="-330200" lvl="0" marL="457200" marR="0" rtl="0" algn="just">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85</a:t>
            </a:r>
            <a:endParaRPr b="0" i="0" sz="1600" u="none" cap="none" strike="noStrike">
              <a:solidFill>
                <a:schemeClr val="dk1"/>
              </a:solidFill>
              <a:latin typeface="Roboto"/>
              <a:ea typeface="Roboto"/>
              <a:cs typeface="Roboto"/>
              <a:sym typeface="Roboto"/>
            </a:endParaRPr>
          </a:p>
          <a:p>
            <a:pPr indent="-330200" lvl="0" marL="457200" marR="0" rtl="0" algn="just">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89</a:t>
            </a:r>
            <a:endParaRPr b="0" i="0" sz="1600" u="none" cap="none" strike="noStrike">
              <a:solidFill>
                <a:schemeClr val="dk1"/>
              </a:solidFill>
              <a:latin typeface="Roboto"/>
              <a:ea typeface="Roboto"/>
              <a:cs typeface="Roboto"/>
              <a:sym typeface="Roboto"/>
            </a:endParaRPr>
          </a:p>
          <a:p>
            <a:pPr indent="0" lvl="0" marL="457200" marR="0" rtl="0" algn="just">
              <a:lnSpc>
                <a:spcPct val="115000"/>
              </a:lnSpc>
              <a:spcBef>
                <a:spcPts val="0"/>
              </a:spcBef>
              <a:spcAft>
                <a:spcPts val="0"/>
              </a:spcAft>
              <a:buClr>
                <a:srgbClr val="000000"/>
              </a:buClr>
              <a:buSzPts val="1400"/>
              <a:buFont typeface="Arial"/>
              <a:buNone/>
            </a:pPr>
            <a:r>
              <a:t/>
            </a:r>
            <a:endParaRPr b="0" i="0" sz="1800" u="none" cap="none" strike="noStrike">
              <a:solidFill>
                <a:schemeClr val="dk1"/>
              </a:solidFill>
              <a:highlight>
                <a:schemeClr val="lt1"/>
              </a:highlight>
              <a:latin typeface="Roboto"/>
              <a:ea typeface="Roboto"/>
              <a:cs typeface="Roboto"/>
              <a:sym typeface="Roboto"/>
            </a:endParaRPr>
          </a:p>
        </p:txBody>
      </p:sp>
      <p:sp>
        <p:nvSpPr>
          <p:cNvPr id="233" name="Google Shape;233;g14337fc5d25_0_623"/>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Question:QO5</a:t>
            </a:r>
            <a:endParaRPr b="1" i="0" sz="2000" u="none" cap="none" strike="noStrike">
              <a:solidFill>
                <a:srgbClr val="8182EF"/>
              </a:solidFill>
              <a:latin typeface="Roboto"/>
              <a:ea typeface="Roboto"/>
              <a:cs typeface="Roboto"/>
              <a:sym typeface="Roboto"/>
            </a:endParaRPr>
          </a:p>
        </p:txBody>
      </p:sp>
      <p:sp>
        <p:nvSpPr>
          <p:cNvPr id="234" name="Google Shape;234;g14337fc5d25_0_623"/>
          <p:cNvSpPr txBox="1"/>
          <p:nvPr/>
        </p:nvSpPr>
        <p:spPr>
          <a:xfrm>
            <a:off x="6516500" y="4142725"/>
            <a:ext cx="1852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rgbClr val="222222"/>
                </a:solidFill>
                <a:latin typeface="Arial"/>
                <a:ea typeface="Arial"/>
                <a:cs typeface="Arial"/>
                <a:sym typeface="Arial"/>
              </a:rPr>
              <a:t>Answer : C</a:t>
            </a:r>
            <a:endParaRPr b="0" i="0" sz="1600" u="none" cap="none" strike="noStrike">
              <a:solidFill>
                <a:srgbClr val="222222"/>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8" name="Shape 238"/>
        <p:cNvGrpSpPr/>
        <p:nvPr/>
      </p:nvGrpSpPr>
      <p:grpSpPr>
        <a:xfrm>
          <a:off x="0" y="0"/>
          <a:ext cx="0" cy="0"/>
          <a:chOff x="0" y="0"/>
          <a:chExt cx="0" cy="0"/>
        </a:xfrm>
      </p:grpSpPr>
      <p:sp>
        <p:nvSpPr>
          <p:cNvPr id="239" name="Google Shape;239;g14337fc5d25_0_631"/>
          <p:cNvSpPr txBox="1"/>
          <p:nvPr/>
        </p:nvSpPr>
        <p:spPr>
          <a:xfrm>
            <a:off x="270328" y="662206"/>
            <a:ext cx="847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40" name="Google Shape;240;g14337fc5d25_0_631"/>
          <p:cNvSpPr txBox="1"/>
          <p:nvPr/>
        </p:nvSpPr>
        <p:spPr>
          <a:xfrm>
            <a:off x="720000" y="1439875"/>
            <a:ext cx="7384200" cy="3144600"/>
          </a:xfrm>
          <a:prstGeom prst="rect">
            <a:avLst/>
          </a:pr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1902" lvl="0" marL="116202" marR="0" rtl="0" algn="l">
              <a:lnSpc>
                <a:spcPct val="115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Since the numbers are co-prime, they contain only 1 as the common factor.</a:t>
            </a:r>
            <a:endParaRPr b="0" i="0" sz="1600" u="none" cap="none" strike="noStrike">
              <a:solidFill>
                <a:schemeClr val="dk1"/>
              </a:solidFill>
              <a:latin typeface="Roboto"/>
              <a:ea typeface="Roboto"/>
              <a:cs typeface="Roboto"/>
              <a:sym typeface="Roboto"/>
            </a:endParaRPr>
          </a:p>
          <a:p>
            <a:pPr indent="-1902" lvl="0" marL="116202" marR="0" rtl="0" algn="l">
              <a:lnSpc>
                <a:spcPct val="115000"/>
              </a:lnSpc>
              <a:spcBef>
                <a:spcPts val="0"/>
              </a:spcBef>
              <a:spcAft>
                <a:spcPts val="0"/>
              </a:spcAft>
              <a:buClr>
                <a:schemeClr val="dk1"/>
              </a:buClr>
              <a:buSzPts val="1100"/>
              <a:buFont typeface="Arial"/>
              <a:buNone/>
            </a:pPr>
            <a:r>
              <a:t/>
            </a:r>
            <a:endParaRPr b="0" i="0" sz="1600" u="none" cap="none" strike="noStrike">
              <a:solidFill>
                <a:schemeClr val="dk1"/>
              </a:solidFill>
              <a:latin typeface="Roboto"/>
              <a:ea typeface="Roboto"/>
              <a:cs typeface="Roboto"/>
              <a:sym typeface="Roboto"/>
            </a:endParaRPr>
          </a:p>
          <a:p>
            <a:pPr indent="-1902" lvl="0" marL="116202" marR="0" rtl="0" algn="l">
              <a:lnSpc>
                <a:spcPct val="115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Also, the given two products have the middle number in common.</a:t>
            </a:r>
            <a:endParaRPr b="0" i="0" sz="1600" u="none" cap="none" strike="noStrike">
              <a:solidFill>
                <a:schemeClr val="dk1"/>
              </a:solidFill>
              <a:latin typeface="Roboto"/>
              <a:ea typeface="Roboto"/>
              <a:cs typeface="Roboto"/>
              <a:sym typeface="Roboto"/>
            </a:endParaRPr>
          </a:p>
          <a:p>
            <a:pPr indent="-1902" lvl="0" marL="116202" marR="0" rtl="0" algn="l">
              <a:lnSpc>
                <a:spcPct val="115000"/>
              </a:lnSpc>
              <a:spcBef>
                <a:spcPts val="0"/>
              </a:spcBef>
              <a:spcAft>
                <a:spcPts val="0"/>
              </a:spcAft>
              <a:buClr>
                <a:schemeClr val="dk1"/>
              </a:buClr>
              <a:buSzPts val="1100"/>
              <a:buFont typeface="Arial"/>
              <a:buNone/>
            </a:pPr>
            <a:r>
              <a:t/>
            </a:r>
            <a:endParaRPr b="0" i="0" sz="1600" u="none" cap="none" strike="noStrike">
              <a:solidFill>
                <a:schemeClr val="dk1"/>
              </a:solidFill>
              <a:latin typeface="Roboto"/>
              <a:ea typeface="Roboto"/>
              <a:cs typeface="Roboto"/>
              <a:sym typeface="Roboto"/>
            </a:endParaRPr>
          </a:p>
          <a:p>
            <a:pPr indent="-1902" lvl="0" marL="116202" marR="0" rtl="0" algn="l">
              <a:lnSpc>
                <a:spcPct val="115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So, middle number = H.C.F. of 551 and 1073 = 29;</a:t>
            </a:r>
            <a:endParaRPr b="0" i="0" sz="1600" u="none" cap="none" strike="noStrike">
              <a:solidFill>
                <a:schemeClr val="dk1"/>
              </a:solidFill>
              <a:latin typeface="Roboto"/>
              <a:ea typeface="Roboto"/>
              <a:cs typeface="Roboto"/>
              <a:sym typeface="Roboto"/>
            </a:endParaRPr>
          </a:p>
          <a:p>
            <a:pPr indent="-1902" lvl="0" marL="116202" marR="0" rtl="0" algn="l">
              <a:lnSpc>
                <a:spcPct val="115000"/>
              </a:lnSpc>
              <a:spcBef>
                <a:spcPts val="0"/>
              </a:spcBef>
              <a:spcAft>
                <a:spcPts val="0"/>
              </a:spcAft>
              <a:buClr>
                <a:schemeClr val="dk1"/>
              </a:buClr>
              <a:buSzPts val="1100"/>
              <a:buFont typeface="Arial"/>
              <a:buNone/>
            </a:pPr>
            <a:r>
              <a:t/>
            </a:r>
            <a:endParaRPr b="0" i="0" sz="1600" u="none" cap="none" strike="noStrike">
              <a:solidFill>
                <a:schemeClr val="dk1"/>
              </a:solidFill>
              <a:latin typeface="Roboto"/>
              <a:ea typeface="Roboto"/>
              <a:cs typeface="Roboto"/>
              <a:sym typeface="Roboto"/>
            </a:endParaRPr>
          </a:p>
          <a:p>
            <a:pPr indent="-1902" lvl="0" marL="116202" marR="0" rtl="0" algn="l">
              <a:lnSpc>
                <a:spcPct val="115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First number = 551/29 = 19</a:t>
            </a:r>
            <a:endParaRPr b="0" i="0" sz="1600" u="none" cap="none" strike="noStrike">
              <a:solidFill>
                <a:schemeClr val="dk1"/>
              </a:solidFill>
              <a:latin typeface="Roboto"/>
              <a:ea typeface="Roboto"/>
              <a:cs typeface="Roboto"/>
              <a:sym typeface="Roboto"/>
            </a:endParaRPr>
          </a:p>
          <a:p>
            <a:pPr indent="-1902" lvl="0" marL="116202" marR="0" rtl="0" algn="l">
              <a:lnSpc>
                <a:spcPct val="115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Third number = 1073/29 = 37</a:t>
            </a:r>
            <a:endParaRPr b="0" i="0" sz="1600" u="none" cap="none" strike="noStrike">
              <a:solidFill>
                <a:schemeClr val="dk1"/>
              </a:solidFill>
              <a:latin typeface="Roboto"/>
              <a:ea typeface="Roboto"/>
              <a:cs typeface="Roboto"/>
              <a:sym typeface="Roboto"/>
            </a:endParaRPr>
          </a:p>
          <a:p>
            <a:pPr indent="-1902" lvl="0" marL="116202" marR="0" rtl="0" algn="l">
              <a:lnSpc>
                <a:spcPct val="115000"/>
              </a:lnSpc>
              <a:spcBef>
                <a:spcPts val="0"/>
              </a:spcBef>
              <a:spcAft>
                <a:spcPts val="0"/>
              </a:spcAft>
              <a:buClr>
                <a:schemeClr val="dk1"/>
              </a:buClr>
              <a:buSzPts val="1800"/>
              <a:buFont typeface="Arial"/>
              <a:buNone/>
            </a:pPr>
            <a:r>
              <a:t/>
            </a:r>
            <a:endParaRPr b="0" i="0" sz="1600" u="none" cap="none" strike="noStrike">
              <a:solidFill>
                <a:schemeClr val="dk1"/>
              </a:solidFill>
              <a:latin typeface="Roboto"/>
              <a:ea typeface="Roboto"/>
              <a:cs typeface="Roboto"/>
              <a:sym typeface="Roboto"/>
            </a:endParaRPr>
          </a:p>
          <a:p>
            <a:pPr indent="-1901" lvl="0" marL="116203" marR="0" rtl="0" algn="l">
              <a:lnSpc>
                <a:spcPct val="115000"/>
              </a:lnSpc>
              <a:spcBef>
                <a:spcPts val="0"/>
              </a:spcBef>
              <a:spcAft>
                <a:spcPts val="0"/>
              </a:spcAft>
              <a:buClr>
                <a:schemeClr val="dk1"/>
              </a:buClr>
              <a:buSzPts val="1800"/>
              <a:buFont typeface="Arial"/>
              <a:buNone/>
            </a:pPr>
            <a:r>
              <a:rPr b="0" i="0" lang="en-GB" sz="1600" u="none" cap="none" strike="noStrike">
                <a:solidFill>
                  <a:schemeClr val="dk1"/>
                </a:solidFill>
                <a:latin typeface="Roboto"/>
                <a:ea typeface="Roboto"/>
                <a:cs typeface="Roboto"/>
                <a:sym typeface="Roboto"/>
              </a:rPr>
              <a:t> Required sum = (19 + 29 + 37) = 85.</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400"/>
              <a:buFont typeface="Arial"/>
              <a:buNone/>
            </a:pPr>
            <a:r>
              <a:t/>
            </a:r>
            <a:endParaRPr b="0" i="0" sz="1600" u="none" cap="none" strike="noStrike">
              <a:solidFill>
                <a:schemeClr val="dk1"/>
              </a:solidFill>
              <a:latin typeface="Roboto"/>
              <a:ea typeface="Roboto"/>
              <a:cs typeface="Roboto"/>
              <a:sym typeface="Roboto"/>
            </a:endParaRPr>
          </a:p>
        </p:txBody>
      </p:sp>
      <p:sp>
        <p:nvSpPr>
          <p:cNvPr id="241" name="Google Shape;241;g14337fc5d25_0_631"/>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xEl>
                                              <p:pRg end="0" st="0"/>
                                            </p:txEl>
                                          </p:spTgt>
                                        </p:tgtEl>
                                        <p:attrNameLst>
                                          <p:attrName>style.visibility</p:attrName>
                                        </p:attrNameLst>
                                      </p:cBhvr>
                                      <p:to>
                                        <p:strVal val="visible"/>
                                      </p:to>
                                    </p:set>
                                    <p:animEffect filter="fade" transition="in">
                                      <p:cBhvr>
                                        <p:cTn dur="1000"/>
                                        <p:tgtEl>
                                          <p:spTgt spid="239">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g14337fc5d25_0_639"/>
          <p:cNvSpPr txBox="1"/>
          <p:nvPr/>
        </p:nvSpPr>
        <p:spPr>
          <a:xfrm>
            <a:off x="720725" y="1439874"/>
            <a:ext cx="8472300" cy="25608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100"/>
              <a:buFont typeface="Arial"/>
              <a:buNone/>
            </a:pPr>
            <a:r>
              <a:rPr b="0" i="0" lang="en-GB" sz="1800" u="none" cap="none" strike="noStrike">
                <a:solidFill>
                  <a:schemeClr val="dk1"/>
                </a:solidFill>
                <a:latin typeface="Roboto"/>
                <a:ea typeface="Roboto"/>
                <a:cs typeface="Roboto"/>
                <a:sym typeface="Roboto"/>
              </a:rPr>
              <a:t>The H.C.F. of two numbers is 11 and their L.C.M. is 7700. If one of the </a:t>
            </a:r>
            <a:endParaRPr b="0" i="0" sz="18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800" u="none" cap="none" strike="noStrike">
                <a:solidFill>
                  <a:schemeClr val="dk1"/>
                </a:solidFill>
                <a:latin typeface="Roboto"/>
                <a:ea typeface="Roboto"/>
                <a:cs typeface="Roboto"/>
                <a:sym typeface="Roboto"/>
              </a:rPr>
              <a:t>numbers is 275, then the other is:</a:t>
            </a:r>
            <a:endParaRPr b="0" i="0" sz="18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800"/>
              <a:buFont typeface="Arial"/>
              <a:buNone/>
            </a:pPr>
            <a:r>
              <a:t/>
            </a:r>
            <a:endParaRPr b="0" i="0" sz="18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279</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283</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308</a:t>
            </a:r>
            <a:endParaRPr b="0" i="0" sz="16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318</a:t>
            </a:r>
            <a:endParaRPr b="0" i="0" sz="1600" u="none" cap="none" strike="noStrike">
              <a:solidFill>
                <a:schemeClr val="dk1"/>
              </a:solidFill>
              <a:latin typeface="Roboto"/>
              <a:ea typeface="Roboto"/>
              <a:cs typeface="Roboto"/>
              <a:sym typeface="Roboto"/>
            </a:endParaRPr>
          </a:p>
          <a:p>
            <a:pPr indent="0" lvl="0" marL="457200" marR="0" rtl="0" algn="l">
              <a:lnSpc>
                <a:spcPct val="115000"/>
              </a:lnSpc>
              <a:spcBef>
                <a:spcPts val="800"/>
              </a:spcBef>
              <a:spcAft>
                <a:spcPts val="0"/>
              </a:spcAft>
              <a:buClr>
                <a:srgbClr val="000000"/>
              </a:buClr>
              <a:buSzPts val="1400"/>
              <a:buFont typeface="Arial"/>
              <a:buNone/>
            </a:pPr>
            <a:r>
              <a:t/>
            </a:r>
            <a:endParaRPr b="0" i="0" sz="1800" u="none" cap="none" strike="noStrike">
              <a:solidFill>
                <a:schemeClr val="dk1"/>
              </a:solidFill>
              <a:latin typeface="Roboto"/>
              <a:ea typeface="Roboto"/>
              <a:cs typeface="Roboto"/>
              <a:sym typeface="Roboto"/>
            </a:endParaRPr>
          </a:p>
        </p:txBody>
      </p:sp>
      <p:sp>
        <p:nvSpPr>
          <p:cNvPr id="247" name="Google Shape;247;g14337fc5d25_0_639"/>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Question:QO6</a:t>
            </a:r>
            <a:endParaRPr b="1" i="0" sz="2000" u="none" cap="none" strike="noStrike">
              <a:solidFill>
                <a:srgbClr val="8182EF"/>
              </a:solidFill>
              <a:latin typeface="Roboto"/>
              <a:ea typeface="Roboto"/>
              <a:cs typeface="Roboto"/>
              <a:sym typeface="Roboto"/>
            </a:endParaRPr>
          </a:p>
        </p:txBody>
      </p:sp>
      <p:sp>
        <p:nvSpPr>
          <p:cNvPr id="248" name="Google Shape;248;g14337fc5d25_0_639"/>
          <p:cNvSpPr txBox="1"/>
          <p:nvPr/>
        </p:nvSpPr>
        <p:spPr>
          <a:xfrm>
            <a:off x="6516500" y="4142725"/>
            <a:ext cx="1852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rgbClr val="222222"/>
                </a:solidFill>
                <a:latin typeface="Arial"/>
                <a:ea typeface="Arial"/>
                <a:cs typeface="Arial"/>
                <a:sym typeface="Arial"/>
              </a:rPr>
              <a:t>Answer : C</a:t>
            </a:r>
            <a:endParaRPr b="0" i="0" sz="1600" u="none" cap="none" strike="noStrike">
              <a:solidFill>
                <a:srgbClr val="222222"/>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2" name="Shape 252"/>
        <p:cNvGrpSpPr/>
        <p:nvPr/>
      </p:nvGrpSpPr>
      <p:grpSpPr>
        <a:xfrm>
          <a:off x="0" y="0"/>
          <a:ext cx="0" cy="0"/>
          <a:chOff x="0" y="0"/>
          <a:chExt cx="0" cy="0"/>
        </a:xfrm>
      </p:grpSpPr>
      <p:sp>
        <p:nvSpPr>
          <p:cNvPr id="253" name="Google Shape;253;g14337fc5d25_0_647"/>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54" name="Google Shape;254;g14337fc5d25_0_647"/>
          <p:cNvSpPr txBox="1"/>
          <p:nvPr/>
        </p:nvSpPr>
        <p:spPr>
          <a:xfrm>
            <a:off x="784225" y="1372300"/>
            <a:ext cx="7444500" cy="749700"/>
          </a:xfrm>
          <a:prstGeom prst="rect">
            <a:avLst/>
          </a:prstGeom>
          <a:noFill/>
          <a:ln>
            <a:noFill/>
          </a:ln>
        </p:spPr>
        <p:txBody>
          <a:bodyPr anchorCtr="0" anchor="t" bIns="91425" lIns="91425" spcFirstLastPara="1" rIns="91425" wrap="square" tIns="91425">
            <a:spAutoFit/>
          </a:bodyPr>
          <a:lstStyle/>
          <a:p>
            <a:pPr indent="-59055" lvl="0" marL="59055" marR="0" rtl="0" algn="l">
              <a:lnSpc>
                <a:spcPct val="115000"/>
              </a:lnSpc>
              <a:spcBef>
                <a:spcPts val="0"/>
              </a:spcBef>
              <a:spcAft>
                <a:spcPts val="0"/>
              </a:spcAft>
              <a:buClr>
                <a:schemeClr val="dk1"/>
              </a:buClr>
              <a:buSzPts val="1800"/>
              <a:buFont typeface="Arial"/>
              <a:buNone/>
            </a:pPr>
            <a:r>
              <a:rPr b="0" i="0" lang="en-GB" sz="1800" u="none" cap="none" strike="noStrike">
                <a:solidFill>
                  <a:schemeClr val="dk1"/>
                </a:solidFill>
                <a:latin typeface="Roboto"/>
                <a:ea typeface="Roboto"/>
                <a:cs typeface="Roboto"/>
                <a:sym typeface="Roboto"/>
              </a:rPr>
              <a:t>Other number =	(11 x 7700)/275 = 308</a:t>
            </a:r>
            <a:endParaRPr b="0" i="0" sz="18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600"/>
              <a:buFont typeface="Arial"/>
              <a:buNone/>
            </a:pPr>
            <a:r>
              <a:t/>
            </a:r>
            <a:endParaRPr b="0" i="0" sz="1600" u="none" cap="none" strike="noStrike">
              <a:solidFill>
                <a:schemeClr val="dk1"/>
              </a:solidFill>
              <a:latin typeface="Roboto"/>
              <a:ea typeface="Roboto"/>
              <a:cs typeface="Roboto"/>
              <a:sym typeface="Roboto"/>
            </a:endParaRPr>
          </a:p>
        </p:txBody>
      </p:sp>
      <p:sp>
        <p:nvSpPr>
          <p:cNvPr id="255" name="Google Shape;255;g14337fc5d25_0_647"/>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3">
                                            <p:txEl>
                                              <p:pRg end="0" st="0"/>
                                            </p:txEl>
                                          </p:spTgt>
                                        </p:tgtEl>
                                        <p:attrNameLst>
                                          <p:attrName>style.visibility</p:attrName>
                                        </p:attrNameLst>
                                      </p:cBhvr>
                                      <p:to>
                                        <p:strVal val="visible"/>
                                      </p:to>
                                    </p:set>
                                    <p:animEffect filter="fade" transition="in">
                                      <p:cBhvr>
                                        <p:cTn dur="1000"/>
                                        <p:tgtEl>
                                          <p:spTgt spid="25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g14337fc5d25_0_655"/>
          <p:cNvSpPr txBox="1"/>
          <p:nvPr/>
        </p:nvSpPr>
        <p:spPr>
          <a:xfrm>
            <a:off x="720725" y="1439875"/>
            <a:ext cx="8077200" cy="3287700"/>
          </a:xfrm>
          <a:prstGeom prst="rect">
            <a:avLst/>
          </a:prstGeom>
          <a:noFill/>
          <a:ln>
            <a:noFill/>
          </a:ln>
        </p:spPr>
        <p:txBody>
          <a:bodyPr anchorCtr="0" anchor="t" bIns="45700" lIns="91425" spcFirstLastPara="1" rIns="91425" wrap="square" tIns="45700">
            <a:spAutoFit/>
          </a:bodyPr>
          <a:lstStyle/>
          <a:p>
            <a:pPr indent="0" lvl="0" marL="0" marR="0" rtl="0" algn="just">
              <a:lnSpc>
                <a:spcPct val="115000"/>
              </a:lnSpc>
              <a:spcBef>
                <a:spcPts val="0"/>
              </a:spcBef>
              <a:spcAft>
                <a:spcPts val="0"/>
              </a:spcAft>
              <a:buClr>
                <a:schemeClr val="dk1"/>
              </a:buClr>
              <a:buSzPts val="1100"/>
              <a:buFont typeface="Arial"/>
              <a:buNone/>
            </a:pPr>
            <a:r>
              <a:rPr b="0" i="0" lang="en-GB" sz="1800" u="none" cap="none" strike="noStrike">
                <a:solidFill>
                  <a:schemeClr val="dk1"/>
                </a:solidFill>
                <a:latin typeface="Roboto"/>
                <a:ea typeface="Roboto"/>
                <a:cs typeface="Roboto"/>
                <a:sym typeface="Roboto"/>
              </a:rPr>
              <a:t>A, B and C start at the same time in the same direction to run around a </a:t>
            </a:r>
            <a:endParaRPr b="0" i="0" sz="1800" u="none" cap="none" strike="noStrike">
              <a:solidFill>
                <a:schemeClr val="dk1"/>
              </a:solidFill>
              <a:latin typeface="Roboto"/>
              <a:ea typeface="Roboto"/>
              <a:cs typeface="Roboto"/>
              <a:sym typeface="Roboto"/>
            </a:endParaRPr>
          </a:p>
          <a:p>
            <a:pPr indent="0" lvl="0" marL="0" marR="0" rtl="0" algn="just">
              <a:lnSpc>
                <a:spcPct val="115000"/>
              </a:lnSpc>
              <a:spcBef>
                <a:spcPts val="0"/>
              </a:spcBef>
              <a:spcAft>
                <a:spcPts val="0"/>
              </a:spcAft>
              <a:buClr>
                <a:schemeClr val="dk1"/>
              </a:buClr>
              <a:buSzPts val="1100"/>
              <a:buFont typeface="Arial"/>
              <a:buNone/>
            </a:pPr>
            <a:r>
              <a:rPr b="0" i="0" lang="en-GB" sz="1800" u="none" cap="none" strike="noStrike">
                <a:solidFill>
                  <a:schemeClr val="dk1"/>
                </a:solidFill>
                <a:latin typeface="Roboto"/>
                <a:ea typeface="Roboto"/>
                <a:cs typeface="Roboto"/>
                <a:sym typeface="Roboto"/>
              </a:rPr>
              <a:t>circular stadium. A completes a round in 252 seconds, B in 308 seconds and</a:t>
            </a:r>
            <a:endParaRPr b="0" i="0" sz="1800" u="none" cap="none" strike="noStrike">
              <a:solidFill>
                <a:schemeClr val="dk1"/>
              </a:solidFill>
              <a:latin typeface="Roboto"/>
              <a:ea typeface="Roboto"/>
              <a:cs typeface="Roboto"/>
              <a:sym typeface="Roboto"/>
            </a:endParaRPr>
          </a:p>
          <a:p>
            <a:pPr indent="0" lvl="0" marL="0" marR="0" rtl="0" algn="just">
              <a:lnSpc>
                <a:spcPct val="115000"/>
              </a:lnSpc>
              <a:spcBef>
                <a:spcPts val="0"/>
              </a:spcBef>
              <a:spcAft>
                <a:spcPts val="0"/>
              </a:spcAft>
              <a:buClr>
                <a:schemeClr val="dk1"/>
              </a:buClr>
              <a:buSzPts val="1100"/>
              <a:buFont typeface="Arial"/>
              <a:buNone/>
            </a:pPr>
            <a:r>
              <a:rPr b="0" i="0" lang="en-GB" sz="1800" u="none" cap="none" strike="noStrike">
                <a:solidFill>
                  <a:schemeClr val="dk1"/>
                </a:solidFill>
                <a:latin typeface="Roboto"/>
                <a:ea typeface="Roboto"/>
                <a:cs typeface="Roboto"/>
                <a:sym typeface="Roboto"/>
              </a:rPr>
              <a:t>C in 198 seconds, all starting at the same point. After what time will they </a:t>
            </a:r>
            <a:endParaRPr b="0" i="0" sz="1800" u="none" cap="none" strike="noStrike">
              <a:solidFill>
                <a:schemeClr val="dk1"/>
              </a:solidFill>
              <a:latin typeface="Roboto"/>
              <a:ea typeface="Roboto"/>
              <a:cs typeface="Roboto"/>
              <a:sym typeface="Roboto"/>
            </a:endParaRPr>
          </a:p>
          <a:p>
            <a:pPr indent="0" lvl="0" marL="0" marR="0" rtl="0" algn="just">
              <a:lnSpc>
                <a:spcPct val="115000"/>
              </a:lnSpc>
              <a:spcBef>
                <a:spcPts val="0"/>
              </a:spcBef>
              <a:spcAft>
                <a:spcPts val="0"/>
              </a:spcAft>
              <a:buClr>
                <a:schemeClr val="dk1"/>
              </a:buClr>
              <a:buSzPts val="1100"/>
              <a:buFont typeface="Arial"/>
              <a:buNone/>
            </a:pPr>
            <a:r>
              <a:rPr b="0" i="0" lang="en-GB" sz="1800" u="none" cap="none" strike="noStrike">
                <a:solidFill>
                  <a:schemeClr val="dk1"/>
                </a:solidFill>
                <a:latin typeface="Roboto"/>
                <a:ea typeface="Roboto"/>
                <a:cs typeface="Roboto"/>
                <a:sym typeface="Roboto"/>
              </a:rPr>
              <a:t>again at the starting point ?</a:t>
            </a:r>
            <a:endParaRPr b="0" i="0" sz="1800" u="none" cap="none" strike="noStrike">
              <a:solidFill>
                <a:schemeClr val="dk1"/>
              </a:solidFill>
              <a:latin typeface="Roboto"/>
              <a:ea typeface="Roboto"/>
              <a:cs typeface="Roboto"/>
              <a:sym typeface="Roboto"/>
            </a:endParaRPr>
          </a:p>
          <a:p>
            <a:pPr indent="0" lvl="0" marL="0" marR="0" rtl="0" algn="just">
              <a:lnSpc>
                <a:spcPct val="115000"/>
              </a:lnSpc>
              <a:spcBef>
                <a:spcPts val="0"/>
              </a:spcBef>
              <a:spcAft>
                <a:spcPts val="0"/>
              </a:spcAft>
              <a:buClr>
                <a:schemeClr val="dk1"/>
              </a:buClr>
              <a:buSzPts val="1100"/>
              <a:buFont typeface="Arial"/>
              <a:buNone/>
            </a:pPr>
            <a:r>
              <a:t/>
            </a:r>
            <a:endParaRPr b="0" i="0" sz="1800" u="none" cap="none" strike="noStrike">
              <a:solidFill>
                <a:schemeClr val="dk1"/>
              </a:solidFill>
              <a:latin typeface="Roboto"/>
              <a:ea typeface="Roboto"/>
              <a:cs typeface="Roboto"/>
              <a:sym typeface="Roboto"/>
            </a:endParaRPr>
          </a:p>
          <a:p>
            <a:pPr indent="-330200" lvl="0" marL="457200" marR="0" rtl="0" algn="just">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26 minutes and 18 seconds</a:t>
            </a:r>
            <a:endParaRPr b="0" i="0" sz="1600" u="none" cap="none" strike="noStrike">
              <a:solidFill>
                <a:schemeClr val="dk1"/>
              </a:solidFill>
              <a:latin typeface="Roboto"/>
              <a:ea typeface="Roboto"/>
              <a:cs typeface="Roboto"/>
              <a:sym typeface="Roboto"/>
            </a:endParaRPr>
          </a:p>
          <a:p>
            <a:pPr indent="-330200" lvl="0" marL="457200" marR="0" rtl="0" algn="just">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42 minutes and 36 seconds</a:t>
            </a:r>
            <a:endParaRPr b="0" i="0" sz="1600" u="none" cap="none" strike="noStrike">
              <a:solidFill>
                <a:schemeClr val="dk1"/>
              </a:solidFill>
              <a:latin typeface="Roboto"/>
              <a:ea typeface="Roboto"/>
              <a:cs typeface="Roboto"/>
              <a:sym typeface="Roboto"/>
            </a:endParaRPr>
          </a:p>
          <a:p>
            <a:pPr indent="-330200" lvl="0" marL="457200" marR="0" rtl="0" algn="just">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45 minutes</a:t>
            </a:r>
            <a:endParaRPr b="0" i="0" sz="1600" u="none" cap="none" strike="noStrike">
              <a:solidFill>
                <a:schemeClr val="dk1"/>
              </a:solidFill>
              <a:latin typeface="Roboto"/>
              <a:ea typeface="Roboto"/>
              <a:cs typeface="Roboto"/>
              <a:sym typeface="Roboto"/>
            </a:endParaRPr>
          </a:p>
          <a:p>
            <a:pPr indent="-330200" lvl="0" marL="457200" marR="0" rtl="0" algn="just">
              <a:lnSpc>
                <a:spcPct val="115000"/>
              </a:lnSpc>
              <a:spcBef>
                <a:spcPts val="0"/>
              </a:spcBef>
              <a:spcAft>
                <a:spcPts val="0"/>
              </a:spcAft>
              <a:buClr>
                <a:schemeClr val="dk1"/>
              </a:buClr>
              <a:buSzPts val="1600"/>
              <a:buFont typeface="Roboto"/>
              <a:buAutoNum type="alphaUcPeriod"/>
            </a:pPr>
            <a:r>
              <a:rPr b="0" i="0" lang="en-GB" sz="1600" u="none" cap="none" strike="noStrike">
                <a:solidFill>
                  <a:schemeClr val="dk1"/>
                </a:solidFill>
                <a:latin typeface="Roboto"/>
                <a:ea typeface="Roboto"/>
                <a:cs typeface="Roboto"/>
                <a:sym typeface="Roboto"/>
              </a:rPr>
              <a:t>46 minutes and 12 seconds</a:t>
            </a:r>
            <a:endParaRPr b="0" i="0" sz="1600" u="none" cap="none" strike="noStrike">
              <a:solidFill>
                <a:schemeClr val="dk1"/>
              </a:solidFill>
              <a:latin typeface="Roboto"/>
              <a:ea typeface="Roboto"/>
              <a:cs typeface="Roboto"/>
              <a:sym typeface="Roboto"/>
            </a:endParaRPr>
          </a:p>
          <a:p>
            <a:pPr indent="0" lvl="0" marL="457200" marR="0" rtl="0" algn="just">
              <a:lnSpc>
                <a:spcPct val="115000"/>
              </a:lnSpc>
              <a:spcBef>
                <a:spcPts val="1500"/>
              </a:spcBef>
              <a:spcAft>
                <a:spcPts val="0"/>
              </a:spcAft>
              <a:buClr>
                <a:srgbClr val="000000"/>
              </a:buClr>
              <a:buSzPts val="1400"/>
              <a:buFont typeface="Arial"/>
              <a:buNone/>
            </a:pPr>
            <a:r>
              <a:t/>
            </a:r>
            <a:endParaRPr b="0" i="0" sz="1800" u="none" cap="none" strike="noStrike">
              <a:solidFill>
                <a:schemeClr val="dk1"/>
              </a:solidFill>
              <a:highlight>
                <a:schemeClr val="lt1"/>
              </a:highlight>
              <a:latin typeface="Roboto"/>
              <a:ea typeface="Roboto"/>
              <a:cs typeface="Roboto"/>
              <a:sym typeface="Roboto"/>
            </a:endParaRPr>
          </a:p>
        </p:txBody>
      </p:sp>
      <p:sp>
        <p:nvSpPr>
          <p:cNvPr id="261" name="Google Shape;261;g14337fc5d25_0_655"/>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Question:QO7</a:t>
            </a:r>
            <a:endParaRPr b="1" i="0" sz="2000" u="none" cap="none" strike="noStrike">
              <a:solidFill>
                <a:srgbClr val="8182EF"/>
              </a:solidFill>
              <a:latin typeface="Roboto"/>
              <a:ea typeface="Roboto"/>
              <a:cs typeface="Roboto"/>
              <a:sym typeface="Roboto"/>
            </a:endParaRPr>
          </a:p>
        </p:txBody>
      </p:sp>
      <p:sp>
        <p:nvSpPr>
          <p:cNvPr id="262" name="Google Shape;262;g14337fc5d25_0_655"/>
          <p:cNvSpPr txBox="1"/>
          <p:nvPr/>
        </p:nvSpPr>
        <p:spPr>
          <a:xfrm>
            <a:off x="6516500" y="4142725"/>
            <a:ext cx="1852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rgbClr val="222222"/>
                </a:solidFill>
                <a:latin typeface="Arial"/>
                <a:ea typeface="Arial"/>
                <a:cs typeface="Arial"/>
                <a:sym typeface="Arial"/>
              </a:rPr>
              <a:t>Answer : D</a:t>
            </a:r>
            <a:endParaRPr b="0" i="0" sz="1600" u="none" cap="none" strike="noStrike">
              <a:solidFill>
                <a:srgbClr val="222222"/>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6" name="Shape 266"/>
        <p:cNvGrpSpPr/>
        <p:nvPr/>
      </p:nvGrpSpPr>
      <p:grpSpPr>
        <a:xfrm>
          <a:off x="0" y="0"/>
          <a:ext cx="0" cy="0"/>
          <a:chOff x="0" y="0"/>
          <a:chExt cx="0" cy="0"/>
        </a:xfrm>
      </p:grpSpPr>
      <p:sp>
        <p:nvSpPr>
          <p:cNvPr id="267" name="Google Shape;267;g14337fc5d25_0_663"/>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68" name="Google Shape;268;g14337fc5d25_0_663"/>
          <p:cNvSpPr txBox="1"/>
          <p:nvPr/>
        </p:nvSpPr>
        <p:spPr>
          <a:xfrm>
            <a:off x="720000" y="1439875"/>
            <a:ext cx="6209100" cy="2024100"/>
          </a:xfrm>
          <a:prstGeom prst="rect">
            <a:avLst/>
          </a:prstGeom>
          <a:noFill/>
          <a:ln>
            <a:noFill/>
          </a:ln>
        </p:spPr>
        <p:txBody>
          <a:bodyPr anchorCtr="0" anchor="t" bIns="91425" lIns="91425" spcFirstLastPara="1" rIns="91425" wrap="square" tIns="91425">
            <a:spAutoFit/>
          </a:bodyPr>
          <a:lstStyle/>
          <a:p>
            <a:pPr indent="-114300" lvl="0" marL="114300" marR="0" rtl="0" algn="l">
              <a:lnSpc>
                <a:spcPct val="115000"/>
              </a:lnSpc>
              <a:spcBef>
                <a:spcPts val="0"/>
              </a:spcBef>
              <a:spcAft>
                <a:spcPts val="0"/>
              </a:spcAft>
              <a:buClr>
                <a:schemeClr val="dk1"/>
              </a:buClr>
              <a:buSzPts val="1100"/>
              <a:buFont typeface="Arial"/>
              <a:buNone/>
            </a:pPr>
            <a:r>
              <a:rPr b="0" i="0" lang="en-GB" sz="1800" u="none" cap="none" strike="noStrike">
                <a:solidFill>
                  <a:schemeClr val="dk1"/>
                </a:solidFill>
                <a:latin typeface="Roboto"/>
                <a:ea typeface="Roboto"/>
                <a:cs typeface="Roboto"/>
                <a:sym typeface="Roboto"/>
              </a:rPr>
              <a:t>L.C.M. of 252, 308 and 198 = 2772.</a:t>
            </a:r>
            <a:endParaRPr b="0" i="0" sz="1800" u="none" cap="none" strike="noStrike">
              <a:solidFill>
                <a:schemeClr val="dk1"/>
              </a:solidFill>
              <a:latin typeface="Roboto"/>
              <a:ea typeface="Roboto"/>
              <a:cs typeface="Roboto"/>
              <a:sym typeface="Roboto"/>
            </a:endParaRPr>
          </a:p>
          <a:p>
            <a:pPr indent="-114300" lvl="0" marL="114300" marR="0" rtl="0" algn="l">
              <a:lnSpc>
                <a:spcPct val="115000"/>
              </a:lnSpc>
              <a:spcBef>
                <a:spcPts val="0"/>
              </a:spcBef>
              <a:spcAft>
                <a:spcPts val="0"/>
              </a:spcAft>
              <a:buClr>
                <a:schemeClr val="dk1"/>
              </a:buClr>
              <a:buSzPts val="1100"/>
              <a:buFont typeface="Arial"/>
              <a:buNone/>
            </a:pPr>
            <a:r>
              <a:t/>
            </a:r>
            <a:endParaRPr b="0" i="0" sz="1800" u="none" cap="none" strike="noStrike">
              <a:solidFill>
                <a:schemeClr val="dk1"/>
              </a:solidFill>
              <a:latin typeface="Roboto"/>
              <a:ea typeface="Roboto"/>
              <a:cs typeface="Roboto"/>
              <a:sym typeface="Roboto"/>
            </a:endParaRPr>
          </a:p>
          <a:p>
            <a:pPr indent="-114300" lvl="0" marL="114300" marR="0" rtl="0" algn="l">
              <a:lnSpc>
                <a:spcPct val="115000"/>
              </a:lnSpc>
              <a:spcBef>
                <a:spcPts val="0"/>
              </a:spcBef>
              <a:spcAft>
                <a:spcPts val="0"/>
              </a:spcAft>
              <a:buClr>
                <a:schemeClr val="dk1"/>
              </a:buClr>
              <a:buSzPts val="1100"/>
              <a:buFont typeface="Arial"/>
              <a:buNone/>
            </a:pPr>
            <a:r>
              <a:rPr b="0" i="0" lang="en-GB" sz="1800" u="none" cap="none" strike="noStrike">
                <a:solidFill>
                  <a:schemeClr val="dk1"/>
                </a:solidFill>
                <a:latin typeface="Roboto"/>
                <a:ea typeface="Roboto"/>
                <a:cs typeface="Roboto"/>
                <a:sym typeface="Roboto"/>
              </a:rPr>
              <a:t>So, A, B and C will again meet at the starting point in 2772 sec. i.e., 46 min. 12 sec.</a:t>
            </a:r>
            <a:endParaRPr b="0" i="0" sz="1800" u="none" cap="none" strike="noStrike">
              <a:solidFill>
                <a:schemeClr val="dk1"/>
              </a:solidFill>
              <a:latin typeface="Roboto"/>
              <a:ea typeface="Roboto"/>
              <a:cs typeface="Roboto"/>
              <a:sym typeface="Roboto"/>
            </a:endParaRPr>
          </a:p>
          <a:p>
            <a:pPr indent="-114300" lvl="0" marL="114300" marR="0" rtl="0" algn="l">
              <a:lnSpc>
                <a:spcPct val="115000"/>
              </a:lnSpc>
              <a:spcBef>
                <a:spcPts val="0"/>
              </a:spcBef>
              <a:spcAft>
                <a:spcPts val="0"/>
              </a:spcAft>
              <a:buClr>
                <a:schemeClr val="dk1"/>
              </a:buClr>
              <a:buSzPts val="1800"/>
              <a:buFont typeface="Arial"/>
              <a:buNone/>
            </a:pPr>
            <a:r>
              <a:t/>
            </a:r>
            <a:endParaRPr b="0" i="0" sz="1800" u="none" cap="none" strike="noStrike">
              <a:solidFill>
                <a:schemeClr val="dk1"/>
              </a:solidFill>
              <a:latin typeface="Roboto"/>
              <a:ea typeface="Roboto"/>
              <a:cs typeface="Roboto"/>
              <a:sym typeface="Roboto"/>
            </a:endParaRPr>
          </a:p>
          <a:p>
            <a:pPr indent="0" lvl="0" marL="0" marR="0" rtl="0" algn="ctr">
              <a:lnSpc>
                <a:spcPct val="115000"/>
              </a:lnSpc>
              <a:spcBef>
                <a:spcPts val="0"/>
              </a:spcBef>
              <a:spcAft>
                <a:spcPts val="0"/>
              </a:spcAft>
              <a:buClr>
                <a:srgbClr val="000000"/>
              </a:buClr>
              <a:buSzPts val="1800"/>
              <a:buFont typeface="Arial"/>
              <a:buNone/>
            </a:pPr>
            <a:r>
              <a:t/>
            </a:r>
            <a:endParaRPr b="0" i="0" sz="1600" u="none" cap="none" strike="noStrike">
              <a:solidFill>
                <a:schemeClr val="dk1"/>
              </a:solidFill>
              <a:latin typeface="Roboto"/>
              <a:ea typeface="Roboto"/>
              <a:cs typeface="Roboto"/>
              <a:sym typeface="Roboto"/>
            </a:endParaRPr>
          </a:p>
        </p:txBody>
      </p:sp>
      <p:sp>
        <p:nvSpPr>
          <p:cNvPr id="269" name="Google Shape;269;g14337fc5d25_0_663"/>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xEl>
                                              <p:pRg end="0" st="0"/>
                                            </p:txEl>
                                          </p:spTgt>
                                        </p:tgtEl>
                                        <p:attrNameLst>
                                          <p:attrName>style.visibility</p:attrName>
                                        </p:attrNameLst>
                                      </p:cBhvr>
                                      <p:to>
                                        <p:strVal val="visible"/>
                                      </p:to>
                                    </p:set>
                                    <p:animEffect filter="fade" transition="in">
                                      <p:cBhvr>
                                        <p:cTn dur="1000"/>
                                        <p:tgtEl>
                                          <p:spTgt spid="267">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g14337fc5d25_0_671"/>
          <p:cNvSpPr txBox="1"/>
          <p:nvPr/>
        </p:nvSpPr>
        <p:spPr>
          <a:xfrm>
            <a:off x="720000" y="1439999"/>
            <a:ext cx="8472300" cy="29184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1100"/>
              <a:buFont typeface="Arial"/>
              <a:buNone/>
            </a:pPr>
            <a:r>
              <a:rPr b="0" i="0" lang="en-GB" sz="1800" u="none" cap="none" strike="noStrike">
                <a:solidFill>
                  <a:schemeClr val="dk1"/>
                </a:solidFill>
                <a:latin typeface="Roboto"/>
                <a:ea typeface="Roboto"/>
                <a:cs typeface="Roboto"/>
                <a:sym typeface="Roboto"/>
              </a:rPr>
              <a:t>Four whistles are blown at the same time and continue to blow at regular</a:t>
            </a:r>
            <a:endParaRPr b="0" i="0" sz="18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800" u="none" cap="none" strike="noStrike">
                <a:solidFill>
                  <a:schemeClr val="dk1"/>
                </a:solidFill>
                <a:latin typeface="Roboto"/>
                <a:ea typeface="Roboto"/>
                <a:cs typeface="Roboto"/>
                <a:sym typeface="Roboto"/>
              </a:rPr>
              <a:t>intervals of 28, 42, 48, 56 seconds respectively. When will all the whistles </a:t>
            </a:r>
            <a:endParaRPr b="0" i="0" sz="18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800" u="none" cap="none" strike="noStrike">
                <a:solidFill>
                  <a:schemeClr val="dk1"/>
                </a:solidFill>
                <a:latin typeface="Roboto"/>
                <a:ea typeface="Roboto"/>
                <a:cs typeface="Roboto"/>
                <a:sym typeface="Roboto"/>
              </a:rPr>
              <a:t>be blown together again, if they were blown at 08:00 hrs?</a:t>
            </a:r>
            <a:endParaRPr b="0" i="0" sz="18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b="0" i="0" sz="1800" u="none" cap="none" strike="noStrike">
              <a:solidFill>
                <a:schemeClr val="dk1"/>
              </a:solidFill>
              <a:latin typeface="Roboto"/>
              <a:ea typeface="Roboto"/>
              <a:cs typeface="Roboto"/>
              <a:sym typeface="Roboto"/>
            </a:endParaRPr>
          </a:p>
          <a:p>
            <a:pPr indent="-342900" lvl="0" marL="457200" marR="0" rtl="0" algn="l">
              <a:lnSpc>
                <a:spcPct val="115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8:05 </a:t>
            </a:r>
            <a:endParaRPr b="0" i="0" sz="1800" u="none" cap="none" strike="noStrike">
              <a:solidFill>
                <a:schemeClr val="dk1"/>
              </a:solidFill>
              <a:latin typeface="Roboto"/>
              <a:ea typeface="Roboto"/>
              <a:cs typeface="Roboto"/>
              <a:sym typeface="Roboto"/>
            </a:endParaRPr>
          </a:p>
          <a:p>
            <a:pPr indent="-342900" lvl="0" marL="457200" marR="0" rtl="0" algn="l">
              <a:lnSpc>
                <a:spcPct val="115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8:28:36 </a:t>
            </a:r>
            <a:endParaRPr b="0" i="0" sz="1800" u="none" cap="none" strike="noStrike">
              <a:solidFill>
                <a:schemeClr val="dk1"/>
              </a:solidFill>
              <a:latin typeface="Roboto"/>
              <a:ea typeface="Roboto"/>
              <a:cs typeface="Roboto"/>
              <a:sym typeface="Roboto"/>
            </a:endParaRPr>
          </a:p>
          <a:p>
            <a:pPr indent="-342900" lvl="0" marL="457200" marR="0" rtl="0" algn="l">
              <a:lnSpc>
                <a:spcPct val="115000"/>
              </a:lnSpc>
              <a:spcBef>
                <a:spcPts val="0"/>
              </a:spcBef>
              <a:spcAft>
                <a:spcPts val="0"/>
              </a:spcAft>
              <a:buClr>
                <a:schemeClr val="dk1"/>
              </a:buClr>
              <a:buSzPts val="1800"/>
              <a:buFont typeface="Roboto"/>
              <a:buAutoNum type="alphaUcPeriod"/>
            </a:pPr>
            <a:r>
              <a:rPr b="0" i="0" lang="en-GB" sz="1800" u="none" cap="none" strike="noStrike">
                <a:solidFill>
                  <a:schemeClr val="dk1"/>
                </a:solidFill>
                <a:latin typeface="Roboto"/>
                <a:ea typeface="Roboto"/>
                <a:cs typeface="Roboto"/>
                <a:sym typeface="Roboto"/>
              </a:rPr>
              <a:t>8:28 </a:t>
            </a:r>
            <a:endParaRPr b="0" i="0" sz="1800" u="none" cap="none" strike="noStrike">
              <a:solidFill>
                <a:schemeClr val="dk1"/>
              </a:solidFill>
              <a:latin typeface="Roboto"/>
              <a:ea typeface="Roboto"/>
              <a:cs typeface="Roboto"/>
              <a:sym typeface="Roboto"/>
            </a:endParaRPr>
          </a:p>
          <a:p>
            <a:pPr indent="-330200" lvl="0" marL="457200" marR="0" rtl="0" algn="l">
              <a:lnSpc>
                <a:spcPct val="115000"/>
              </a:lnSpc>
              <a:spcBef>
                <a:spcPts val="0"/>
              </a:spcBef>
              <a:spcAft>
                <a:spcPts val="0"/>
              </a:spcAft>
              <a:buClr>
                <a:schemeClr val="dk1"/>
              </a:buClr>
              <a:buSzPts val="1600"/>
              <a:buFont typeface="Roboto"/>
              <a:buAutoNum type="alphaUcPeriod"/>
            </a:pPr>
            <a:r>
              <a:rPr b="0" i="0" lang="en-GB" sz="1800" u="none" cap="none" strike="noStrike">
                <a:solidFill>
                  <a:schemeClr val="dk1"/>
                </a:solidFill>
                <a:latin typeface="Roboto"/>
                <a:ea typeface="Roboto"/>
                <a:cs typeface="Roboto"/>
                <a:sym typeface="Roboto"/>
              </a:rPr>
              <a:t>8:05:36</a:t>
            </a:r>
            <a:r>
              <a:rPr b="0" i="0" lang="en-GB" sz="1600" u="none" cap="none" strike="noStrike">
                <a:solidFill>
                  <a:schemeClr val="dk1"/>
                </a:solidFill>
                <a:latin typeface="Roboto"/>
                <a:ea typeface="Roboto"/>
                <a:cs typeface="Roboto"/>
                <a:sym typeface="Roboto"/>
              </a:rPr>
              <a:t> </a:t>
            </a:r>
            <a:endParaRPr b="0" i="0" sz="1600" u="none" cap="none" strike="noStrike">
              <a:solidFill>
                <a:schemeClr val="dk1"/>
              </a:solidFill>
              <a:latin typeface="Roboto"/>
              <a:ea typeface="Roboto"/>
              <a:cs typeface="Roboto"/>
              <a:sym typeface="Roboto"/>
            </a:endParaRPr>
          </a:p>
          <a:p>
            <a:pPr indent="0" lvl="0" marL="457200" marR="0" rtl="0" algn="l">
              <a:lnSpc>
                <a:spcPct val="115000"/>
              </a:lnSpc>
              <a:spcBef>
                <a:spcPts val="0"/>
              </a:spcBef>
              <a:spcAft>
                <a:spcPts val="0"/>
              </a:spcAft>
              <a:buClr>
                <a:srgbClr val="000000"/>
              </a:buClr>
              <a:buSzPts val="1400"/>
              <a:buFont typeface="Arial"/>
              <a:buNone/>
            </a:pPr>
            <a:r>
              <a:t/>
            </a:r>
            <a:endParaRPr b="0" i="0" sz="1800" u="none" cap="none" strike="noStrike">
              <a:solidFill>
                <a:schemeClr val="dk1"/>
              </a:solidFill>
              <a:highlight>
                <a:schemeClr val="lt1"/>
              </a:highlight>
              <a:latin typeface="Roboto"/>
              <a:ea typeface="Roboto"/>
              <a:cs typeface="Roboto"/>
              <a:sym typeface="Roboto"/>
            </a:endParaRPr>
          </a:p>
        </p:txBody>
      </p:sp>
      <p:sp>
        <p:nvSpPr>
          <p:cNvPr id="275" name="Google Shape;275;g14337fc5d25_0_671"/>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Question:QO8</a:t>
            </a:r>
            <a:endParaRPr b="1" i="0" sz="2000" u="none" cap="none" strike="noStrike">
              <a:solidFill>
                <a:srgbClr val="8182EF"/>
              </a:solidFill>
              <a:latin typeface="Roboto"/>
              <a:ea typeface="Roboto"/>
              <a:cs typeface="Roboto"/>
              <a:sym typeface="Roboto"/>
            </a:endParaRPr>
          </a:p>
        </p:txBody>
      </p:sp>
      <p:sp>
        <p:nvSpPr>
          <p:cNvPr id="276" name="Google Shape;276;g14337fc5d25_0_671"/>
          <p:cNvSpPr txBox="1"/>
          <p:nvPr/>
        </p:nvSpPr>
        <p:spPr>
          <a:xfrm>
            <a:off x="6516500" y="4142725"/>
            <a:ext cx="1852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rgbClr val="222222"/>
                </a:solidFill>
                <a:latin typeface="Arial"/>
                <a:ea typeface="Arial"/>
                <a:cs typeface="Arial"/>
                <a:sym typeface="Arial"/>
              </a:rPr>
              <a:t>Answer : D</a:t>
            </a:r>
            <a:endParaRPr b="0" i="0" sz="1600" u="none" cap="none" strike="noStrike">
              <a:solidFill>
                <a:srgbClr val="222222"/>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0" name="Shape 280"/>
        <p:cNvGrpSpPr/>
        <p:nvPr/>
      </p:nvGrpSpPr>
      <p:grpSpPr>
        <a:xfrm>
          <a:off x="0" y="0"/>
          <a:ext cx="0" cy="0"/>
          <a:chOff x="0" y="0"/>
          <a:chExt cx="0" cy="0"/>
        </a:xfrm>
      </p:grpSpPr>
      <p:sp>
        <p:nvSpPr>
          <p:cNvPr id="281" name="Google Shape;281;g14337fc5d25_0_679"/>
          <p:cNvSpPr txBox="1"/>
          <p:nvPr/>
        </p:nvSpPr>
        <p:spPr>
          <a:xfrm>
            <a:off x="270328" y="864506"/>
            <a:ext cx="8472300" cy="50779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100"/>
              <a:buFont typeface="Arial"/>
              <a:buNone/>
            </a:pPr>
            <a:r>
              <a:t/>
            </a:r>
            <a:endParaRPr b="0" i="0" sz="1800" u="none" cap="none" strike="noStrike">
              <a:solidFill>
                <a:schemeClr val="dk1"/>
              </a:solidFill>
              <a:latin typeface="Roboto"/>
              <a:ea typeface="Roboto"/>
              <a:cs typeface="Roboto"/>
              <a:sym typeface="Roboto"/>
            </a:endParaRPr>
          </a:p>
        </p:txBody>
      </p:sp>
      <p:sp>
        <p:nvSpPr>
          <p:cNvPr id="282" name="Google Shape;282;g14337fc5d25_0_679"/>
          <p:cNvSpPr txBox="1"/>
          <p:nvPr/>
        </p:nvSpPr>
        <p:spPr>
          <a:xfrm>
            <a:off x="720000" y="1440000"/>
            <a:ext cx="7166100" cy="997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LCM(28, 42, 48, 56) = 336</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0" i="0" lang="en-GB" sz="1600" u="none" cap="none" strike="noStrike">
                <a:solidFill>
                  <a:schemeClr val="dk1"/>
                </a:solidFill>
                <a:latin typeface="Roboto"/>
                <a:ea typeface="Roboto"/>
                <a:cs typeface="Roboto"/>
                <a:sym typeface="Roboto"/>
              </a:rPr>
              <a:t>Hence 5 min 35 secs from start</a:t>
            </a:r>
            <a:endParaRPr b="0" i="0" sz="16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400"/>
              <a:buFont typeface="Arial"/>
              <a:buNone/>
            </a:pPr>
            <a:r>
              <a:t/>
            </a:r>
            <a:endParaRPr b="0" i="0" sz="1600" u="none" cap="none" strike="noStrike">
              <a:solidFill>
                <a:schemeClr val="dk1"/>
              </a:solidFill>
              <a:latin typeface="Roboto"/>
              <a:ea typeface="Roboto"/>
              <a:cs typeface="Roboto"/>
              <a:sym typeface="Roboto"/>
            </a:endParaRPr>
          </a:p>
        </p:txBody>
      </p:sp>
      <p:sp>
        <p:nvSpPr>
          <p:cNvPr id="283" name="Google Shape;283;g14337fc5d25_0_679"/>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1">
                                            <p:txEl>
                                              <p:pRg end="0" st="0"/>
                                            </p:txEl>
                                          </p:spTgt>
                                        </p:tgtEl>
                                        <p:attrNameLst>
                                          <p:attrName>style.visibility</p:attrName>
                                        </p:attrNameLst>
                                      </p:cBhvr>
                                      <p:to>
                                        <p:strVal val="visible"/>
                                      </p:to>
                                    </p:set>
                                    <p:animEffect filter="fade" transition="in">
                                      <p:cBhvr>
                                        <p:cTn dur="1000"/>
                                        <p:tgtEl>
                                          <p:spTgt spid="281">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g31ef0a2ba5c_0_27"/>
          <p:cNvSpPr txBox="1"/>
          <p:nvPr>
            <p:ph idx="1" type="body"/>
          </p:nvPr>
        </p:nvSpPr>
        <p:spPr>
          <a:xfrm>
            <a:off x="720725" y="14398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a:solidFill>
                  <a:schemeClr val="dk1"/>
                </a:solidFill>
              </a:rPr>
              <a:t>Find the largest number which divides the numbers 97 and 152 leaving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the remainders 7 and 8 in each case.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GB" sz="1600">
                <a:solidFill>
                  <a:schemeClr val="dk1"/>
                </a:solidFill>
              </a:rPr>
              <a:t>72</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GB" sz="1600">
                <a:solidFill>
                  <a:schemeClr val="dk1"/>
                </a:solidFill>
              </a:rPr>
              <a:t>18</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GB" sz="1600">
                <a:solidFill>
                  <a:schemeClr val="dk1"/>
                </a:solidFill>
              </a:rPr>
              <a:t>16</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GB" sz="1600">
                <a:solidFill>
                  <a:schemeClr val="dk1"/>
                </a:solidFill>
              </a:rPr>
              <a:t>36</a:t>
            </a:r>
            <a:endParaRPr sz="1600">
              <a:solidFill>
                <a:schemeClr val="dk1"/>
              </a:solidFill>
            </a:endParaRPr>
          </a:p>
          <a:p>
            <a:pPr indent="0" lvl="0" marL="0" rtl="0" algn="l">
              <a:lnSpc>
                <a:spcPct val="115000"/>
              </a:lnSpc>
              <a:spcBef>
                <a:spcPts val="0"/>
              </a:spcBef>
              <a:spcAft>
                <a:spcPts val="0"/>
              </a:spcAft>
              <a:buSzPts val="1800"/>
              <a:buNone/>
            </a:pPr>
            <a:r>
              <a:t/>
            </a:r>
            <a:endParaRPr>
              <a:solidFill>
                <a:schemeClr val="dk1"/>
              </a:solidFill>
              <a:highlight>
                <a:schemeClr val="lt1"/>
              </a:highlight>
            </a:endParaRPr>
          </a:p>
        </p:txBody>
      </p:sp>
      <p:sp>
        <p:nvSpPr>
          <p:cNvPr id="289" name="Google Shape;289;g31ef0a2ba5c_0_27"/>
          <p:cNvSpPr txBox="1"/>
          <p:nvPr/>
        </p:nvSpPr>
        <p:spPr>
          <a:xfrm>
            <a:off x="72072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Question:Q09</a:t>
            </a:r>
            <a:endParaRPr b="1" i="0" sz="2000" u="none" cap="none" strike="noStrike">
              <a:solidFill>
                <a:srgbClr val="8182EF"/>
              </a:solidFill>
              <a:latin typeface="Roboto"/>
              <a:ea typeface="Roboto"/>
              <a:cs typeface="Roboto"/>
              <a:sym typeface="Roboto"/>
            </a:endParaRPr>
          </a:p>
        </p:txBody>
      </p:sp>
      <p:sp>
        <p:nvSpPr>
          <p:cNvPr id="290" name="Google Shape;290;g31ef0a2ba5c_0_27"/>
          <p:cNvSpPr txBox="1"/>
          <p:nvPr/>
        </p:nvSpPr>
        <p:spPr>
          <a:xfrm>
            <a:off x="6516500" y="4142725"/>
            <a:ext cx="1852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rgbClr val="222222"/>
                </a:solidFill>
                <a:latin typeface="Arial"/>
                <a:ea typeface="Arial"/>
                <a:cs typeface="Arial"/>
                <a:sym typeface="Arial"/>
              </a:rPr>
              <a:t>Answer : B</a:t>
            </a:r>
            <a:endParaRPr b="0" i="0" sz="1600" u="none" cap="none" strike="noStrike">
              <a:solidFill>
                <a:srgbClr val="222222"/>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4" name="Shape 294"/>
        <p:cNvGrpSpPr/>
        <p:nvPr/>
      </p:nvGrpSpPr>
      <p:grpSpPr>
        <a:xfrm>
          <a:off x="0" y="0"/>
          <a:ext cx="0" cy="0"/>
          <a:chOff x="0" y="0"/>
          <a:chExt cx="0" cy="0"/>
        </a:xfrm>
      </p:grpSpPr>
      <p:sp>
        <p:nvSpPr>
          <p:cNvPr id="295" name="Google Shape;295;g31ef0a2ba5c_0_33"/>
          <p:cNvSpPr txBox="1"/>
          <p:nvPr>
            <p:ph idx="1" type="body"/>
          </p:nvPr>
        </p:nvSpPr>
        <p:spPr>
          <a:xfrm>
            <a:off x="720000" y="1439875"/>
            <a:ext cx="79827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800"/>
              <a:buFont typeface="Arial"/>
              <a:buNone/>
            </a:pPr>
            <a:r>
              <a:rPr lang="en-GB" sz="1600">
                <a:solidFill>
                  <a:schemeClr val="dk1"/>
                </a:solidFill>
              </a:rPr>
              <a:t>HCF(97-7, 152-8) = 18</a:t>
            </a:r>
            <a:endParaRPr sz="1600">
              <a:solidFill>
                <a:schemeClr val="dk1"/>
              </a:solidFill>
            </a:endParaRPr>
          </a:p>
          <a:p>
            <a:pPr indent="0" lvl="0" marL="0" rtl="0" algn="l">
              <a:lnSpc>
                <a:spcPct val="115000"/>
              </a:lnSpc>
              <a:spcBef>
                <a:spcPts val="0"/>
              </a:spcBef>
              <a:spcAft>
                <a:spcPts val="0"/>
              </a:spcAft>
              <a:buSzPts val="1800"/>
              <a:buNone/>
            </a:pPr>
            <a:r>
              <a:t/>
            </a:r>
            <a:endParaRPr sz="1600">
              <a:solidFill>
                <a:schemeClr val="dk1"/>
              </a:solidFill>
            </a:endParaRPr>
          </a:p>
        </p:txBody>
      </p:sp>
      <p:sp>
        <p:nvSpPr>
          <p:cNvPr id="296" name="Google Shape;296;g31ef0a2ba5c_0_33"/>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g31ef0a2ba5c_0_38"/>
          <p:cNvSpPr txBox="1"/>
          <p:nvPr>
            <p:ph idx="1" type="body"/>
          </p:nvPr>
        </p:nvSpPr>
        <p:spPr>
          <a:xfrm>
            <a:off x="720725" y="14398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a:solidFill>
                  <a:schemeClr val="dk1"/>
                </a:solidFill>
              </a:rPr>
              <a:t>What is the least number which when divided by 42, 72 and 84 leaves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remainder 25, 55 and 67 respectively?</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342900" lvl="0" marL="457200" rtl="0" algn="l">
              <a:lnSpc>
                <a:spcPct val="115000"/>
              </a:lnSpc>
              <a:spcBef>
                <a:spcPts val="0"/>
              </a:spcBef>
              <a:spcAft>
                <a:spcPts val="0"/>
              </a:spcAft>
              <a:buClr>
                <a:schemeClr val="dk1"/>
              </a:buClr>
              <a:buSzPts val="1800"/>
              <a:buFont typeface="Roboto"/>
              <a:buAutoNum type="alphaUcPeriod"/>
            </a:pPr>
            <a:r>
              <a:rPr lang="en-GB">
                <a:solidFill>
                  <a:schemeClr val="dk1"/>
                </a:solidFill>
              </a:rPr>
              <a:t>521</a:t>
            </a:r>
            <a:endParaRPr>
              <a:solidFill>
                <a:schemeClr val="dk1"/>
              </a:solidFill>
            </a:endParaRPr>
          </a:p>
          <a:p>
            <a:pPr indent="-342900" lvl="0" marL="457200" rtl="0" algn="l">
              <a:lnSpc>
                <a:spcPct val="115000"/>
              </a:lnSpc>
              <a:spcBef>
                <a:spcPts val="0"/>
              </a:spcBef>
              <a:spcAft>
                <a:spcPts val="0"/>
              </a:spcAft>
              <a:buClr>
                <a:schemeClr val="dk1"/>
              </a:buClr>
              <a:buSzPts val="1800"/>
              <a:buFont typeface="Roboto"/>
              <a:buAutoNum type="alphaUcPeriod"/>
            </a:pPr>
            <a:r>
              <a:rPr lang="en-GB">
                <a:solidFill>
                  <a:schemeClr val="dk1"/>
                </a:solidFill>
              </a:rPr>
              <a:t>487</a:t>
            </a:r>
            <a:endParaRPr>
              <a:solidFill>
                <a:schemeClr val="dk1"/>
              </a:solidFill>
            </a:endParaRPr>
          </a:p>
          <a:p>
            <a:pPr indent="-342900" lvl="0" marL="457200" rtl="0" algn="l">
              <a:lnSpc>
                <a:spcPct val="115000"/>
              </a:lnSpc>
              <a:spcBef>
                <a:spcPts val="0"/>
              </a:spcBef>
              <a:spcAft>
                <a:spcPts val="0"/>
              </a:spcAft>
              <a:buClr>
                <a:schemeClr val="dk1"/>
              </a:buClr>
              <a:buSzPts val="1800"/>
              <a:buFont typeface="Roboto"/>
              <a:buAutoNum type="alphaUcPeriod"/>
            </a:pPr>
            <a:r>
              <a:rPr lang="en-GB">
                <a:solidFill>
                  <a:schemeClr val="dk1"/>
                </a:solidFill>
              </a:rPr>
              <a:t>512</a:t>
            </a:r>
            <a:endParaRPr>
              <a:solidFill>
                <a:schemeClr val="dk1"/>
              </a:solidFill>
            </a:endParaRPr>
          </a:p>
          <a:p>
            <a:pPr indent="-342900" lvl="0" marL="457200" rtl="0" algn="l">
              <a:lnSpc>
                <a:spcPct val="115000"/>
              </a:lnSpc>
              <a:spcBef>
                <a:spcPts val="0"/>
              </a:spcBef>
              <a:spcAft>
                <a:spcPts val="0"/>
              </a:spcAft>
              <a:buClr>
                <a:schemeClr val="dk1"/>
              </a:buClr>
              <a:buSzPts val="1800"/>
              <a:buFont typeface="Roboto"/>
              <a:buAutoNum type="alphaUcPeriod"/>
            </a:pPr>
            <a:r>
              <a:rPr lang="en-GB">
                <a:solidFill>
                  <a:schemeClr val="dk1"/>
                </a:solidFill>
              </a:rPr>
              <a:t>504</a:t>
            </a:r>
            <a:endParaRPr>
              <a:solidFill>
                <a:schemeClr val="dk1"/>
              </a:solidFill>
            </a:endParaRPr>
          </a:p>
          <a:p>
            <a:pPr indent="0" lvl="0" marL="0" rtl="0" algn="l">
              <a:lnSpc>
                <a:spcPct val="115000"/>
              </a:lnSpc>
              <a:spcBef>
                <a:spcPts val="0"/>
              </a:spcBef>
              <a:spcAft>
                <a:spcPts val="0"/>
              </a:spcAft>
              <a:buSzPts val="1800"/>
              <a:buNone/>
            </a:pPr>
            <a:r>
              <a:t/>
            </a:r>
            <a:endParaRPr>
              <a:solidFill>
                <a:schemeClr val="dk1"/>
              </a:solidFill>
              <a:highlight>
                <a:schemeClr val="lt1"/>
              </a:highlight>
            </a:endParaRPr>
          </a:p>
        </p:txBody>
      </p:sp>
      <p:sp>
        <p:nvSpPr>
          <p:cNvPr id="302" name="Google Shape;302;g31ef0a2ba5c_0_38"/>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Question:Q10</a:t>
            </a:r>
            <a:endParaRPr b="1" i="0" sz="2000" u="none" cap="none" strike="noStrike">
              <a:solidFill>
                <a:srgbClr val="8182EF"/>
              </a:solidFill>
              <a:latin typeface="Roboto"/>
              <a:ea typeface="Roboto"/>
              <a:cs typeface="Roboto"/>
              <a:sym typeface="Roboto"/>
            </a:endParaRPr>
          </a:p>
        </p:txBody>
      </p:sp>
      <p:sp>
        <p:nvSpPr>
          <p:cNvPr id="303" name="Google Shape;303;g31ef0a2ba5c_0_38"/>
          <p:cNvSpPr txBox="1"/>
          <p:nvPr/>
        </p:nvSpPr>
        <p:spPr>
          <a:xfrm>
            <a:off x="6516500" y="4142725"/>
            <a:ext cx="1852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rgbClr val="222222"/>
                </a:solidFill>
                <a:latin typeface="Arial"/>
                <a:ea typeface="Arial"/>
                <a:cs typeface="Arial"/>
                <a:sym typeface="Arial"/>
              </a:rPr>
              <a:t>Answer : B</a:t>
            </a:r>
            <a:endParaRPr b="0" i="0" sz="1600" u="none" cap="none" strike="noStrike">
              <a:solidFill>
                <a:srgbClr val="222222"/>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7" name="Shape 307"/>
        <p:cNvGrpSpPr/>
        <p:nvPr/>
      </p:nvGrpSpPr>
      <p:grpSpPr>
        <a:xfrm>
          <a:off x="0" y="0"/>
          <a:ext cx="0" cy="0"/>
          <a:chOff x="0" y="0"/>
          <a:chExt cx="0" cy="0"/>
        </a:xfrm>
      </p:grpSpPr>
      <p:sp>
        <p:nvSpPr>
          <p:cNvPr id="308" name="Google Shape;308;g31ef0a2ba5c_0_43"/>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pic>
        <p:nvPicPr>
          <p:cNvPr id="309" name="Google Shape;309;g31ef0a2ba5c_0_43"/>
          <p:cNvPicPr preferRelativeResize="0"/>
          <p:nvPr/>
        </p:nvPicPr>
        <p:blipFill rotWithShape="1">
          <a:blip r:embed="rId3">
            <a:alphaModFix/>
          </a:blip>
          <a:srcRect b="0" l="0" r="0" t="0"/>
          <a:stretch/>
        </p:blipFill>
        <p:spPr>
          <a:xfrm>
            <a:off x="3018725" y="630250"/>
            <a:ext cx="3648075" cy="41529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g31ef0a2ba5c_0_48"/>
          <p:cNvSpPr txBox="1"/>
          <p:nvPr>
            <p:ph idx="1" type="body"/>
          </p:nvPr>
        </p:nvSpPr>
        <p:spPr>
          <a:xfrm>
            <a:off x="720725" y="1439875"/>
            <a:ext cx="76485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a:solidFill>
                  <a:schemeClr val="dk1"/>
                </a:solidFill>
              </a:rPr>
              <a:t>Find the largest 4 digit number which when divided by 10, 15 &amp; 25 will leave a remainder 2?</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GB" sz="1600">
                <a:solidFill>
                  <a:schemeClr val="dk1"/>
                </a:solidFill>
              </a:rPr>
              <a:t>2504</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GB" sz="1600">
                <a:solidFill>
                  <a:schemeClr val="dk1"/>
                </a:solidFill>
              </a:rPr>
              <a:t>9902</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GB" sz="1600">
                <a:solidFill>
                  <a:schemeClr val="dk1"/>
                </a:solidFill>
              </a:rPr>
              <a:t>5008</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GB" sz="1600">
                <a:solidFill>
                  <a:schemeClr val="dk1"/>
                </a:solidFill>
              </a:rPr>
              <a:t>9802</a:t>
            </a:r>
            <a:endParaRPr sz="1600">
              <a:solidFill>
                <a:schemeClr val="dk1"/>
              </a:solidFill>
            </a:endParaRPr>
          </a:p>
          <a:p>
            <a:pPr indent="0" lvl="0" marL="0" rtl="0" algn="l">
              <a:lnSpc>
                <a:spcPct val="115000"/>
              </a:lnSpc>
              <a:spcBef>
                <a:spcPts val="0"/>
              </a:spcBef>
              <a:spcAft>
                <a:spcPts val="0"/>
              </a:spcAft>
              <a:buSzPts val="1800"/>
              <a:buNone/>
            </a:pPr>
            <a:r>
              <a:t/>
            </a:r>
            <a:endParaRPr>
              <a:solidFill>
                <a:schemeClr val="dk1"/>
              </a:solidFill>
              <a:highlight>
                <a:schemeClr val="lt1"/>
              </a:highlight>
            </a:endParaRPr>
          </a:p>
        </p:txBody>
      </p:sp>
      <p:sp>
        <p:nvSpPr>
          <p:cNvPr id="315" name="Google Shape;315;g31ef0a2ba5c_0_48"/>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Question:Q11</a:t>
            </a:r>
            <a:endParaRPr b="1" i="0" sz="2000" u="none" cap="none" strike="noStrike">
              <a:solidFill>
                <a:srgbClr val="8182EF"/>
              </a:solidFill>
              <a:latin typeface="Roboto"/>
              <a:ea typeface="Roboto"/>
              <a:cs typeface="Roboto"/>
              <a:sym typeface="Roboto"/>
            </a:endParaRPr>
          </a:p>
        </p:txBody>
      </p:sp>
      <p:sp>
        <p:nvSpPr>
          <p:cNvPr id="316" name="Google Shape;316;g31ef0a2ba5c_0_48"/>
          <p:cNvSpPr txBox="1"/>
          <p:nvPr/>
        </p:nvSpPr>
        <p:spPr>
          <a:xfrm>
            <a:off x="6516500" y="4142725"/>
            <a:ext cx="1852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rgbClr val="222222"/>
                </a:solidFill>
                <a:latin typeface="Arial"/>
                <a:ea typeface="Arial"/>
                <a:cs typeface="Arial"/>
                <a:sym typeface="Arial"/>
              </a:rPr>
              <a:t>Answer :B </a:t>
            </a:r>
            <a:endParaRPr b="0" i="0" sz="1600" u="none" cap="none" strike="noStrike">
              <a:solidFill>
                <a:srgbClr val="222222"/>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0" name="Shape 320"/>
        <p:cNvGrpSpPr/>
        <p:nvPr/>
      </p:nvGrpSpPr>
      <p:grpSpPr>
        <a:xfrm>
          <a:off x="0" y="0"/>
          <a:ext cx="0" cy="0"/>
          <a:chOff x="0" y="0"/>
          <a:chExt cx="0" cy="0"/>
        </a:xfrm>
      </p:grpSpPr>
      <p:sp>
        <p:nvSpPr>
          <p:cNvPr id="321" name="Google Shape;321;g31ef0a2ba5c_0_53"/>
          <p:cNvSpPr txBox="1"/>
          <p:nvPr>
            <p:ph idx="1" type="body"/>
          </p:nvPr>
        </p:nvSpPr>
        <p:spPr>
          <a:xfrm>
            <a:off x="720725" y="1439875"/>
            <a:ext cx="76485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LCM of (10, 15, 20)</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 5 × 2 × 3 × 2 = 60</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 Largest 4-digit number = 9999</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divide 9999 by LCM of given number</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 We get remainder = 39</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 So, to divide completely subtract it from (9999 - 39) = 9960</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 9960 is the largest four digit number which is completely divided by the given numbers. But not in the options</a:t>
            </a:r>
            <a:br>
              <a:rPr lang="en-GB" sz="1600">
                <a:solidFill>
                  <a:schemeClr val="dk1"/>
                </a:solidFill>
              </a:rPr>
            </a:br>
            <a:br>
              <a:rPr lang="en-GB" sz="1600">
                <a:solidFill>
                  <a:schemeClr val="dk1"/>
                </a:solidFill>
              </a:rPr>
            </a:br>
            <a:r>
              <a:rPr lang="en-GB" sz="1600">
                <a:solidFill>
                  <a:schemeClr val="dk1"/>
                </a:solidFill>
              </a:rPr>
              <a:t>Hence, the next largest number is 9900.</a:t>
            </a:r>
            <a:br>
              <a:rPr lang="en-GB" sz="1600">
                <a:solidFill>
                  <a:schemeClr val="dk1"/>
                </a:solidFill>
              </a:rPr>
            </a:br>
            <a:r>
              <a:rPr lang="en-GB" sz="1600">
                <a:solidFill>
                  <a:schemeClr val="dk1"/>
                </a:solidFill>
              </a:rPr>
              <a:t>Now, 9900+2 is the right answer</a:t>
            </a:r>
            <a:endParaRPr sz="1600">
              <a:solidFill>
                <a:schemeClr val="dk1"/>
              </a:solidFill>
            </a:endParaRPr>
          </a:p>
          <a:p>
            <a:pPr indent="0" lvl="0" marL="0" rtl="0" algn="l">
              <a:lnSpc>
                <a:spcPct val="115000"/>
              </a:lnSpc>
              <a:spcBef>
                <a:spcPts val="1200"/>
              </a:spcBef>
              <a:spcAft>
                <a:spcPts val="0"/>
              </a:spcAft>
              <a:buSzPts val="1800"/>
              <a:buNone/>
            </a:pPr>
            <a:r>
              <a:t/>
            </a:r>
            <a:endParaRPr sz="1600">
              <a:solidFill>
                <a:schemeClr val="dk1"/>
              </a:solidFill>
            </a:endParaRPr>
          </a:p>
        </p:txBody>
      </p:sp>
      <p:sp>
        <p:nvSpPr>
          <p:cNvPr id="322" name="Google Shape;322;g31ef0a2ba5c_0_53"/>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g31ef0a2ba5c_0_58"/>
          <p:cNvSpPr txBox="1"/>
          <p:nvPr>
            <p:ph idx="1" type="body"/>
          </p:nvPr>
        </p:nvSpPr>
        <p:spPr>
          <a:xfrm>
            <a:off x="720725" y="1439875"/>
            <a:ext cx="7648500" cy="34164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1100"/>
              <a:buNone/>
            </a:pPr>
            <a:r>
              <a:rPr lang="en-GB">
                <a:solidFill>
                  <a:schemeClr val="dk1"/>
                </a:solidFill>
              </a:rPr>
              <a:t>A person has a certain number of toffees, such that if he distributes them amongst ten children he has nine left, if he distributes amongst 9 children </a:t>
            </a:r>
            <a:endParaRPr>
              <a:solidFill>
                <a:schemeClr val="dk1"/>
              </a:solidFill>
            </a:endParaRPr>
          </a:p>
          <a:p>
            <a:pPr indent="0" lvl="0" marL="0" rtl="0" algn="just">
              <a:lnSpc>
                <a:spcPct val="115000"/>
              </a:lnSpc>
              <a:spcBef>
                <a:spcPts val="0"/>
              </a:spcBef>
              <a:spcAft>
                <a:spcPts val="0"/>
              </a:spcAft>
              <a:buSzPts val="1100"/>
              <a:buNone/>
            </a:pPr>
            <a:r>
              <a:rPr lang="en-GB">
                <a:solidFill>
                  <a:schemeClr val="dk1"/>
                </a:solidFill>
              </a:rPr>
              <a:t>he would have 8 left, if he distributes amongst 8 children he would have 7 left … and so on until if he distributes amongst 5 children he should have 4 left. What</a:t>
            </a:r>
            <a:endParaRPr>
              <a:solidFill>
                <a:schemeClr val="dk1"/>
              </a:solidFill>
            </a:endParaRPr>
          </a:p>
          <a:p>
            <a:pPr indent="0" lvl="0" marL="0" rtl="0" algn="just">
              <a:lnSpc>
                <a:spcPct val="115000"/>
              </a:lnSpc>
              <a:spcBef>
                <a:spcPts val="0"/>
              </a:spcBef>
              <a:spcAft>
                <a:spcPts val="0"/>
              </a:spcAft>
              <a:buClr>
                <a:schemeClr val="dk1"/>
              </a:buClr>
              <a:buSzPts val="1100"/>
              <a:buFont typeface="Arial"/>
              <a:buNone/>
            </a:pPr>
            <a:r>
              <a:rPr lang="en-GB">
                <a:solidFill>
                  <a:schemeClr val="dk1"/>
                </a:solidFill>
              </a:rPr>
              <a:t> is the second lowest number of toffees he could have with him?</a:t>
            </a:r>
            <a:endParaRPr>
              <a:solidFill>
                <a:schemeClr val="dk1"/>
              </a:solidFill>
            </a:endParaRPr>
          </a:p>
          <a:p>
            <a:pPr indent="0" lvl="0" marL="0" rtl="0" algn="just">
              <a:lnSpc>
                <a:spcPct val="115000"/>
              </a:lnSpc>
              <a:spcBef>
                <a:spcPts val="0"/>
              </a:spcBef>
              <a:spcAft>
                <a:spcPts val="0"/>
              </a:spcAft>
              <a:buClr>
                <a:schemeClr val="dk1"/>
              </a:buClr>
              <a:buSzPts val="1100"/>
              <a:buFont typeface="Arial"/>
              <a:buNone/>
            </a:pPr>
            <a:r>
              <a:t/>
            </a:r>
            <a:endParaRPr>
              <a:solidFill>
                <a:schemeClr val="dk1"/>
              </a:solidFill>
            </a:endParaRPr>
          </a:p>
          <a:p>
            <a:pPr indent="-330200" lvl="0" marL="457200" rtl="0" algn="just">
              <a:lnSpc>
                <a:spcPct val="115000"/>
              </a:lnSpc>
              <a:spcBef>
                <a:spcPts val="0"/>
              </a:spcBef>
              <a:spcAft>
                <a:spcPts val="0"/>
              </a:spcAft>
              <a:buClr>
                <a:schemeClr val="dk1"/>
              </a:buClr>
              <a:buSzPts val="1600"/>
              <a:buFont typeface="Roboto"/>
              <a:buAutoNum type="alphaUcPeriod"/>
            </a:pPr>
            <a:r>
              <a:rPr lang="en-GB" sz="1600">
                <a:solidFill>
                  <a:schemeClr val="dk1"/>
                </a:solidFill>
              </a:rPr>
              <a:t>2519</a:t>
            </a:r>
            <a:endParaRPr sz="1600">
              <a:solidFill>
                <a:schemeClr val="dk1"/>
              </a:solidFill>
            </a:endParaRPr>
          </a:p>
          <a:p>
            <a:pPr indent="-330200" lvl="0" marL="457200" rtl="0" algn="just">
              <a:lnSpc>
                <a:spcPct val="115000"/>
              </a:lnSpc>
              <a:spcBef>
                <a:spcPts val="0"/>
              </a:spcBef>
              <a:spcAft>
                <a:spcPts val="0"/>
              </a:spcAft>
              <a:buClr>
                <a:schemeClr val="dk1"/>
              </a:buClr>
              <a:buSzPts val="1600"/>
              <a:buFont typeface="Roboto"/>
              <a:buAutoNum type="alphaUcPeriod"/>
            </a:pPr>
            <a:r>
              <a:rPr lang="en-GB" sz="1600">
                <a:solidFill>
                  <a:schemeClr val="dk1"/>
                </a:solidFill>
              </a:rPr>
              <a:t>7559</a:t>
            </a:r>
            <a:endParaRPr sz="1600">
              <a:solidFill>
                <a:schemeClr val="dk1"/>
              </a:solidFill>
            </a:endParaRPr>
          </a:p>
          <a:p>
            <a:pPr indent="-330200" lvl="0" marL="457200" rtl="0" algn="just">
              <a:lnSpc>
                <a:spcPct val="115000"/>
              </a:lnSpc>
              <a:spcBef>
                <a:spcPts val="0"/>
              </a:spcBef>
              <a:spcAft>
                <a:spcPts val="0"/>
              </a:spcAft>
              <a:buClr>
                <a:schemeClr val="dk1"/>
              </a:buClr>
              <a:buSzPts val="1600"/>
              <a:buFont typeface="Roboto"/>
              <a:buAutoNum type="alphaUcPeriod"/>
            </a:pPr>
            <a:r>
              <a:rPr lang="en-GB" sz="1600">
                <a:solidFill>
                  <a:schemeClr val="dk1"/>
                </a:solidFill>
              </a:rPr>
              <a:t>8249</a:t>
            </a:r>
            <a:endParaRPr sz="1600">
              <a:solidFill>
                <a:schemeClr val="dk1"/>
              </a:solidFill>
            </a:endParaRPr>
          </a:p>
          <a:p>
            <a:pPr indent="-330200" lvl="0" marL="457200" rtl="0" algn="just">
              <a:lnSpc>
                <a:spcPct val="115000"/>
              </a:lnSpc>
              <a:spcBef>
                <a:spcPts val="0"/>
              </a:spcBef>
              <a:spcAft>
                <a:spcPts val="0"/>
              </a:spcAft>
              <a:buClr>
                <a:schemeClr val="dk1"/>
              </a:buClr>
              <a:buSzPts val="1600"/>
              <a:buFont typeface="Roboto"/>
              <a:buAutoNum type="alphaUcPeriod"/>
            </a:pPr>
            <a:r>
              <a:rPr lang="en-GB" sz="1600">
                <a:solidFill>
                  <a:schemeClr val="dk1"/>
                </a:solidFill>
              </a:rPr>
              <a:t>5039</a:t>
            </a:r>
            <a:endParaRPr sz="1600">
              <a:solidFill>
                <a:schemeClr val="dk1"/>
              </a:solidFill>
            </a:endParaRPr>
          </a:p>
          <a:p>
            <a:pPr indent="0" lvl="0" marL="0" rtl="0" algn="just">
              <a:lnSpc>
                <a:spcPct val="115000"/>
              </a:lnSpc>
              <a:spcBef>
                <a:spcPts val="0"/>
              </a:spcBef>
              <a:spcAft>
                <a:spcPts val="0"/>
              </a:spcAft>
              <a:buSzPts val="1800"/>
              <a:buNone/>
            </a:pPr>
            <a:r>
              <a:t/>
            </a:r>
            <a:endParaRPr>
              <a:solidFill>
                <a:schemeClr val="dk1"/>
              </a:solidFill>
            </a:endParaRPr>
          </a:p>
        </p:txBody>
      </p:sp>
      <p:sp>
        <p:nvSpPr>
          <p:cNvPr id="328" name="Google Shape;328;g31ef0a2ba5c_0_58"/>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Question:Q12</a:t>
            </a:r>
            <a:endParaRPr b="1" i="0" sz="2000" u="none" cap="none" strike="noStrike">
              <a:solidFill>
                <a:srgbClr val="8182EF"/>
              </a:solidFill>
              <a:latin typeface="Roboto"/>
              <a:ea typeface="Roboto"/>
              <a:cs typeface="Roboto"/>
              <a:sym typeface="Roboto"/>
            </a:endParaRPr>
          </a:p>
        </p:txBody>
      </p:sp>
      <p:sp>
        <p:nvSpPr>
          <p:cNvPr id="329" name="Google Shape;329;g31ef0a2ba5c_0_58"/>
          <p:cNvSpPr txBox="1"/>
          <p:nvPr/>
        </p:nvSpPr>
        <p:spPr>
          <a:xfrm>
            <a:off x="6516500" y="4142725"/>
            <a:ext cx="1852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rgbClr val="222222"/>
                </a:solidFill>
                <a:latin typeface="Arial"/>
                <a:ea typeface="Arial"/>
                <a:cs typeface="Arial"/>
                <a:sym typeface="Arial"/>
              </a:rPr>
              <a:t>Answer : D </a:t>
            </a:r>
            <a:endParaRPr b="0" i="0" sz="1600" u="none" cap="none" strike="noStrike">
              <a:solidFill>
                <a:srgbClr val="222222"/>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3" name="Shape 333"/>
        <p:cNvGrpSpPr/>
        <p:nvPr/>
      </p:nvGrpSpPr>
      <p:grpSpPr>
        <a:xfrm>
          <a:off x="0" y="0"/>
          <a:ext cx="0" cy="0"/>
          <a:chOff x="0" y="0"/>
          <a:chExt cx="0" cy="0"/>
        </a:xfrm>
      </p:grpSpPr>
      <p:sp>
        <p:nvSpPr>
          <p:cNvPr id="334" name="Google Shape;334;g31ef0a2ba5c_0_63"/>
          <p:cNvSpPr txBox="1"/>
          <p:nvPr>
            <p:ph idx="1" type="body"/>
          </p:nvPr>
        </p:nvSpPr>
        <p:spPr>
          <a:xfrm>
            <a:off x="720000" y="14398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The least number would be LCM of (10, 9, 8, 7, 6 and 5) – 1 = 2519.</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The second least number = LCM × 2 –1 = 5039.</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endParaRPr>
          </a:p>
          <a:p>
            <a:pPr indent="0" lvl="0" marL="0" rtl="0" algn="l">
              <a:lnSpc>
                <a:spcPct val="115000"/>
              </a:lnSpc>
              <a:spcBef>
                <a:spcPts val="0"/>
              </a:spcBef>
              <a:spcAft>
                <a:spcPts val="0"/>
              </a:spcAft>
              <a:buSzPts val="1800"/>
              <a:buNone/>
            </a:pPr>
            <a:r>
              <a:t/>
            </a:r>
            <a:endParaRPr sz="1600">
              <a:solidFill>
                <a:schemeClr val="dk1"/>
              </a:solidFill>
            </a:endParaRPr>
          </a:p>
        </p:txBody>
      </p:sp>
      <p:sp>
        <p:nvSpPr>
          <p:cNvPr id="335" name="Google Shape;335;g31ef0a2ba5c_0_63"/>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g31ef0a2ba5c_0_68"/>
          <p:cNvSpPr txBox="1"/>
          <p:nvPr>
            <p:ph idx="1" type="body"/>
          </p:nvPr>
        </p:nvSpPr>
        <p:spPr>
          <a:xfrm>
            <a:off x="720000" y="14398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GB">
                <a:solidFill>
                  <a:schemeClr val="dk1"/>
                </a:solidFill>
              </a:rPr>
              <a:t>There are 4 iron bars whose lengths are 24m, 36m, 48m and 72m respectively.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You have to cut pieces of the same length from each of the 4 bars. What is the least number of total pieces if we cut them without any wastage?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GB" sz="1600">
                <a:solidFill>
                  <a:schemeClr val="dk1"/>
                </a:solidFill>
              </a:rPr>
              <a:t>15</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GB" sz="1600">
                <a:solidFill>
                  <a:schemeClr val="dk1"/>
                </a:solidFill>
              </a:rPr>
              <a:t>10</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GB" sz="1600">
                <a:solidFill>
                  <a:schemeClr val="dk1"/>
                </a:solidFill>
              </a:rPr>
              <a:t>20</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GB" sz="1600">
                <a:solidFill>
                  <a:schemeClr val="dk1"/>
                </a:solidFill>
              </a:rPr>
              <a:t>25</a:t>
            </a:r>
            <a:endParaRPr sz="1600">
              <a:solidFill>
                <a:schemeClr val="dk1"/>
              </a:solidFill>
            </a:endParaRPr>
          </a:p>
          <a:p>
            <a:pPr indent="0" lvl="0" marL="0" rtl="0" algn="l">
              <a:lnSpc>
                <a:spcPct val="115000"/>
              </a:lnSpc>
              <a:spcBef>
                <a:spcPts val="0"/>
              </a:spcBef>
              <a:spcAft>
                <a:spcPts val="0"/>
              </a:spcAft>
              <a:buSzPts val="1800"/>
              <a:buNone/>
            </a:pPr>
            <a:r>
              <a:t/>
            </a:r>
            <a:endParaRPr>
              <a:solidFill>
                <a:srgbClr val="333333"/>
              </a:solidFill>
              <a:highlight>
                <a:schemeClr val="lt1"/>
              </a:highlight>
            </a:endParaRPr>
          </a:p>
        </p:txBody>
      </p:sp>
      <p:sp>
        <p:nvSpPr>
          <p:cNvPr id="341" name="Google Shape;341;g31ef0a2ba5c_0_68"/>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Question:Q13</a:t>
            </a:r>
            <a:endParaRPr b="1" i="0" sz="2000" u="none" cap="none" strike="noStrike">
              <a:solidFill>
                <a:srgbClr val="8182EF"/>
              </a:solidFill>
              <a:latin typeface="Roboto"/>
              <a:ea typeface="Roboto"/>
              <a:cs typeface="Roboto"/>
              <a:sym typeface="Roboto"/>
            </a:endParaRPr>
          </a:p>
        </p:txBody>
      </p:sp>
      <p:sp>
        <p:nvSpPr>
          <p:cNvPr id="342" name="Google Shape;342;g31ef0a2ba5c_0_68"/>
          <p:cNvSpPr txBox="1"/>
          <p:nvPr/>
        </p:nvSpPr>
        <p:spPr>
          <a:xfrm>
            <a:off x="6516500" y="4142725"/>
            <a:ext cx="1852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rgbClr val="222222"/>
                </a:solidFill>
                <a:latin typeface="Arial"/>
                <a:ea typeface="Arial"/>
                <a:cs typeface="Arial"/>
                <a:sym typeface="Arial"/>
              </a:rPr>
              <a:t>Answer : A</a:t>
            </a:r>
            <a:endParaRPr b="0" i="0" sz="1600" u="none" cap="none" strike="noStrike">
              <a:solidFill>
                <a:srgbClr val="222222"/>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6" name="Shape 346"/>
        <p:cNvGrpSpPr/>
        <p:nvPr/>
      </p:nvGrpSpPr>
      <p:grpSpPr>
        <a:xfrm>
          <a:off x="0" y="0"/>
          <a:ext cx="0" cy="0"/>
          <a:chOff x="0" y="0"/>
          <a:chExt cx="0" cy="0"/>
        </a:xfrm>
      </p:grpSpPr>
      <p:sp>
        <p:nvSpPr>
          <p:cNvPr id="347" name="Google Shape;347;g31ef0a2ba5c_0_73"/>
          <p:cNvSpPr txBox="1"/>
          <p:nvPr>
            <p:ph idx="1" type="body"/>
          </p:nvPr>
        </p:nvSpPr>
        <p:spPr>
          <a:xfrm>
            <a:off x="720000" y="14398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HCF of 24m, 36m, 48m and 72m = 12</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the length of small bar = 12 m</a:t>
            </a:r>
            <a:br>
              <a:rPr lang="en-GB" sz="1600">
                <a:solidFill>
                  <a:schemeClr val="dk1"/>
                </a:solidFill>
              </a:rPr>
            </a:br>
            <a:r>
              <a:rPr lang="en-GB" sz="1600">
                <a:solidFill>
                  <a:schemeClr val="dk1"/>
                </a:solidFill>
              </a:rPr>
              <a:t>No.of bars from each rod is,</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24/12 = 2</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36/12 = 3</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48/12 = 4</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72/12 = 6</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Total = 15</a:t>
            </a:r>
            <a:endParaRPr sz="1600">
              <a:solidFill>
                <a:schemeClr val="dk1"/>
              </a:solidFill>
            </a:endParaRPr>
          </a:p>
          <a:p>
            <a:pPr indent="0" lvl="0" marL="0" rtl="0" algn="l">
              <a:lnSpc>
                <a:spcPct val="115000"/>
              </a:lnSpc>
              <a:spcBef>
                <a:spcPts val="0"/>
              </a:spcBef>
              <a:spcAft>
                <a:spcPts val="0"/>
              </a:spcAft>
              <a:buSzPts val="1800"/>
              <a:buNone/>
            </a:pPr>
            <a:r>
              <a:t/>
            </a:r>
            <a:endParaRPr sz="1600">
              <a:solidFill>
                <a:schemeClr val="dk1"/>
              </a:solidFill>
            </a:endParaRPr>
          </a:p>
        </p:txBody>
      </p:sp>
      <p:sp>
        <p:nvSpPr>
          <p:cNvPr id="348" name="Google Shape;348;g31ef0a2ba5c_0_73"/>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g31ef0a2ba5c_0_78"/>
          <p:cNvSpPr txBox="1"/>
          <p:nvPr>
            <p:ph idx="1" type="body"/>
          </p:nvPr>
        </p:nvSpPr>
        <p:spPr>
          <a:xfrm>
            <a:off x="720725" y="14398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GB">
                <a:solidFill>
                  <a:schemeClr val="dk1"/>
                </a:solidFill>
              </a:rPr>
              <a:t>Four whistles are blown at the same time and continue to blow at regular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intervals of 28, 42, 48, 56 seconds respectively. What is the smallest integral number of minutes after which all the whistle are blown together again?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GB" sz="1600">
                <a:solidFill>
                  <a:schemeClr val="dk1"/>
                </a:solidFill>
              </a:rPr>
              <a:t>168</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GB" sz="1600">
                <a:solidFill>
                  <a:schemeClr val="dk1"/>
                </a:solidFill>
              </a:rPr>
              <a:t>35</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GB" sz="1600">
                <a:solidFill>
                  <a:schemeClr val="dk1"/>
                </a:solidFill>
              </a:rPr>
              <a:t>28</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GB" sz="1600">
                <a:solidFill>
                  <a:schemeClr val="dk1"/>
                </a:solidFill>
              </a:rPr>
              <a:t>56</a:t>
            </a:r>
            <a:endParaRPr sz="1600">
              <a:solidFill>
                <a:schemeClr val="dk1"/>
              </a:solidFill>
            </a:endParaRPr>
          </a:p>
          <a:p>
            <a:pPr indent="0" lvl="0" marL="0" rtl="0" algn="l">
              <a:lnSpc>
                <a:spcPct val="115000"/>
              </a:lnSpc>
              <a:spcBef>
                <a:spcPts val="0"/>
              </a:spcBef>
              <a:spcAft>
                <a:spcPts val="0"/>
              </a:spcAft>
              <a:buSzPts val="1800"/>
              <a:buNone/>
            </a:pPr>
            <a:r>
              <a:t/>
            </a:r>
            <a:endParaRPr>
              <a:solidFill>
                <a:srgbClr val="333333"/>
              </a:solidFill>
            </a:endParaRPr>
          </a:p>
        </p:txBody>
      </p:sp>
      <p:sp>
        <p:nvSpPr>
          <p:cNvPr id="354" name="Google Shape;354;g31ef0a2ba5c_0_78"/>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Question:Q14</a:t>
            </a:r>
            <a:endParaRPr b="1" i="0" sz="2000" u="none" cap="none" strike="noStrike">
              <a:solidFill>
                <a:srgbClr val="8182EF"/>
              </a:solidFill>
              <a:latin typeface="Roboto"/>
              <a:ea typeface="Roboto"/>
              <a:cs typeface="Roboto"/>
              <a:sym typeface="Roboto"/>
            </a:endParaRPr>
          </a:p>
        </p:txBody>
      </p:sp>
      <p:sp>
        <p:nvSpPr>
          <p:cNvPr id="355" name="Google Shape;355;g31ef0a2ba5c_0_78"/>
          <p:cNvSpPr txBox="1"/>
          <p:nvPr/>
        </p:nvSpPr>
        <p:spPr>
          <a:xfrm>
            <a:off x="6516500" y="4142725"/>
            <a:ext cx="1852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rgbClr val="222222"/>
                </a:solidFill>
                <a:latin typeface="Arial"/>
                <a:ea typeface="Arial"/>
                <a:cs typeface="Arial"/>
                <a:sym typeface="Arial"/>
              </a:rPr>
              <a:t>Answer : C</a:t>
            </a:r>
            <a:endParaRPr b="0" i="0" sz="1600" u="none" cap="none" strike="noStrike">
              <a:solidFill>
                <a:srgbClr val="222222"/>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9" name="Shape 359"/>
        <p:cNvGrpSpPr/>
        <p:nvPr/>
      </p:nvGrpSpPr>
      <p:grpSpPr>
        <a:xfrm>
          <a:off x="0" y="0"/>
          <a:ext cx="0" cy="0"/>
          <a:chOff x="0" y="0"/>
          <a:chExt cx="0" cy="0"/>
        </a:xfrm>
      </p:grpSpPr>
      <p:sp>
        <p:nvSpPr>
          <p:cNvPr id="360" name="Google Shape;360;g31ef0a2ba5c_0_88"/>
          <p:cNvSpPr txBox="1"/>
          <p:nvPr>
            <p:ph idx="1" type="body"/>
          </p:nvPr>
        </p:nvSpPr>
        <p:spPr>
          <a:xfrm>
            <a:off x="720000" y="14398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lcm(28, 42, 48, 56) = 336 seconds</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for integral number of mins, seconds will be 00.</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Therefore, 336 s = 300 + 36 = 5 mins + 36 secs</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Hence lcm(60,36) = 180 sec</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To make 36 sec to 180 secs, we multiply entire time with 5</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(5 mins + 36 secs)x5 = 25 mins + 180 secs = 25 mins + 3 mins = 28 mins</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endParaRPr>
          </a:p>
          <a:p>
            <a:pPr indent="0" lvl="0" marL="0" rtl="0" algn="l">
              <a:lnSpc>
                <a:spcPct val="115000"/>
              </a:lnSpc>
              <a:spcBef>
                <a:spcPts val="0"/>
              </a:spcBef>
              <a:spcAft>
                <a:spcPts val="0"/>
              </a:spcAft>
              <a:buClr>
                <a:schemeClr val="dk1"/>
              </a:buClr>
              <a:buSzPts val="1400"/>
              <a:buFont typeface="Arial"/>
              <a:buNone/>
            </a:pPr>
            <a:r>
              <a:t/>
            </a:r>
            <a:endParaRPr sz="1600">
              <a:solidFill>
                <a:srgbClr val="333333"/>
              </a:solidFill>
            </a:endParaRPr>
          </a:p>
        </p:txBody>
      </p:sp>
      <p:sp>
        <p:nvSpPr>
          <p:cNvPr id="361" name="Google Shape;361;g31ef0a2ba5c_0_88"/>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g31c3d1de190_0_0"/>
          <p:cNvSpPr txBox="1"/>
          <p:nvPr>
            <p:ph idx="1" type="body"/>
          </p:nvPr>
        </p:nvSpPr>
        <p:spPr>
          <a:xfrm>
            <a:off x="720725" y="14398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GB">
                <a:solidFill>
                  <a:schemeClr val="dk1"/>
                </a:solidFill>
              </a:rPr>
              <a:t>Find the largest four digit number, which when divided by the numbers 6, 9,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a:solidFill>
                  <a:schemeClr val="dk1"/>
                </a:solidFill>
              </a:rPr>
              <a:t>12 and 17 leaves the remainder 5, 8, 11 and 16 respectively.</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GB" sz="1600">
                <a:solidFill>
                  <a:schemeClr val="dk1"/>
                </a:solidFill>
              </a:rPr>
              <a:t>9791</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GB" sz="1600">
                <a:solidFill>
                  <a:schemeClr val="dk1"/>
                </a:solidFill>
              </a:rPr>
              <a:t>9792</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GB" sz="1600">
                <a:solidFill>
                  <a:schemeClr val="dk1"/>
                </a:solidFill>
              </a:rPr>
              <a:t>9781</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Roboto"/>
              <a:buAutoNum type="alphaUcPeriod"/>
            </a:pPr>
            <a:r>
              <a:rPr lang="en-GB" sz="1600">
                <a:solidFill>
                  <a:schemeClr val="dk1"/>
                </a:solidFill>
              </a:rPr>
              <a:t>9180</a:t>
            </a:r>
            <a:endParaRPr sz="1600">
              <a:solidFill>
                <a:schemeClr val="dk1"/>
              </a:solidFill>
            </a:endParaRPr>
          </a:p>
          <a:p>
            <a:pPr indent="0" lvl="0" marL="0" rtl="0" algn="l">
              <a:lnSpc>
                <a:spcPct val="115000"/>
              </a:lnSpc>
              <a:spcBef>
                <a:spcPts val="0"/>
              </a:spcBef>
              <a:spcAft>
                <a:spcPts val="0"/>
              </a:spcAft>
              <a:buSzPts val="1800"/>
              <a:buNone/>
            </a:pPr>
            <a:r>
              <a:t/>
            </a:r>
            <a:endParaRPr sz="1600"/>
          </a:p>
        </p:txBody>
      </p:sp>
      <p:sp>
        <p:nvSpPr>
          <p:cNvPr id="367" name="Google Shape;367;g31c3d1de190_0_0"/>
          <p:cNvSpPr txBox="1"/>
          <p:nvPr/>
        </p:nvSpPr>
        <p:spPr>
          <a:xfrm>
            <a:off x="72072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Question:Q15</a:t>
            </a:r>
            <a:endParaRPr b="1" i="0" sz="2000" u="none" cap="none" strike="noStrike">
              <a:solidFill>
                <a:srgbClr val="8182EF"/>
              </a:solidFill>
              <a:latin typeface="Roboto"/>
              <a:ea typeface="Roboto"/>
              <a:cs typeface="Roboto"/>
              <a:sym typeface="Roboto"/>
            </a:endParaRPr>
          </a:p>
        </p:txBody>
      </p:sp>
      <p:sp>
        <p:nvSpPr>
          <p:cNvPr id="368" name="Google Shape;368;g31c3d1de190_0_0"/>
          <p:cNvSpPr txBox="1"/>
          <p:nvPr/>
        </p:nvSpPr>
        <p:spPr>
          <a:xfrm>
            <a:off x="6516500" y="4142725"/>
            <a:ext cx="18528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rgbClr val="222222"/>
                </a:solidFill>
                <a:latin typeface="Arial"/>
                <a:ea typeface="Arial"/>
                <a:cs typeface="Arial"/>
                <a:sym typeface="Arial"/>
              </a:rPr>
              <a:t>Answer : A  </a:t>
            </a:r>
            <a:endParaRPr b="0" i="0" sz="1600" u="none" cap="none" strike="noStrike">
              <a:solidFill>
                <a:srgbClr val="222222"/>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2" name="Shape 372"/>
        <p:cNvGrpSpPr/>
        <p:nvPr/>
      </p:nvGrpSpPr>
      <p:grpSpPr>
        <a:xfrm>
          <a:off x="0" y="0"/>
          <a:ext cx="0" cy="0"/>
          <a:chOff x="0" y="0"/>
          <a:chExt cx="0" cy="0"/>
        </a:xfrm>
      </p:grpSpPr>
      <p:sp>
        <p:nvSpPr>
          <p:cNvPr id="373" name="Google Shape;373;g31c3d1de190_0_8"/>
          <p:cNvSpPr txBox="1"/>
          <p:nvPr>
            <p:ph idx="1" type="body"/>
          </p:nvPr>
        </p:nvSpPr>
        <p:spPr>
          <a:xfrm>
            <a:off x="720000" y="14398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lcm of 6, 9, 12 and 17 = 612</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612 x 16 = 9792</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GB" sz="1600">
                <a:solidFill>
                  <a:schemeClr val="dk1"/>
                </a:solidFill>
              </a:rPr>
              <a:t>number is 9792 - 1 = 9791</a:t>
            </a:r>
            <a:endParaRPr sz="1600">
              <a:solidFill>
                <a:schemeClr val="dk1"/>
              </a:solidFill>
            </a:endParaRPr>
          </a:p>
          <a:p>
            <a:pPr indent="0" lvl="0" marL="0" rtl="0" algn="l">
              <a:lnSpc>
                <a:spcPct val="115000"/>
              </a:lnSpc>
              <a:spcBef>
                <a:spcPts val="0"/>
              </a:spcBef>
              <a:spcAft>
                <a:spcPts val="0"/>
              </a:spcAft>
              <a:buSzPts val="1800"/>
              <a:buNone/>
            </a:pPr>
            <a:r>
              <a:t/>
            </a:r>
            <a:endParaRPr sz="1600"/>
          </a:p>
        </p:txBody>
      </p:sp>
      <p:sp>
        <p:nvSpPr>
          <p:cNvPr id="374" name="Google Shape;374;g31c3d1de190_0_8"/>
          <p:cNvSpPr txBox="1"/>
          <p:nvPr/>
        </p:nvSpPr>
        <p:spPr>
          <a:xfrm>
            <a:off x="720000"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4"/>
          <p:cNvSpPr/>
          <p:nvPr/>
        </p:nvSpPr>
        <p:spPr>
          <a:xfrm>
            <a:off x="532420" y="1439990"/>
            <a:ext cx="75450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pic>
        <p:nvPicPr>
          <p:cNvPr id="380" name="Google Shape;380;p4"/>
          <p:cNvPicPr preferRelativeResize="0"/>
          <p:nvPr/>
        </p:nvPicPr>
        <p:blipFill rotWithShape="1">
          <a:blip r:embed="rId3">
            <a:alphaModFix/>
          </a:blip>
          <a:srcRect b="0" l="0" r="0" t="0"/>
          <a:stretch/>
        </p:blipFill>
        <p:spPr>
          <a:xfrm>
            <a:off x="2739687" y="1038566"/>
            <a:ext cx="2855119" cy="2888456"/>
          </a:xfrm>
          <a:prstGeom prst="rect">
            <a:avLst/>
          </a:prstGeom>
          <a:noFill/>
          <a:ln>
            <a:noFill/>
          </a:ln>
        </p:spPr>
      </p:pic>
      <p:sp>
        <p:nvSpPr>
          <p:cNvPr id="381" name="Google Shape;381;p4"/>
          <p:cNvSpPr/>
          <p:nvPr/>
        </p:nvSpPr>
        <p:spPr>
          <a:xfrm>
            <a:off x="1634729" y="4055269"/>
            <a:ext cx="5183981" cy="284560"/>
          </a:xfrm>
          <a:prstGeom prst="rect">
            <a:avLst/>
          </a:prstGeom>
          <a:noFill/>
          <a:ln>
            <a:noFill/>
          </a:ln>
        </p:spPr>
        <p:txBody>
          <a:bodyPr anchorCtr="0" anchor="ctr" bIns="82925" lIns="81625" spcFirstLastPara="1" rIns="81625" wrap="square" tIns="82925">
            <a:noAutofit/>
          </a:bodyPr>
          <a:lstStyle/>
          <a:p>
            <a:pPr indent="0" lvl="0" marL="0" marR="0" rtl="0" algn="ctr">
              <a:lnSpc>
                <a:spcPct val="100000"/>
              </a:lnSpc>
              <a:spcBef>
                <a:spcPts val="0"/>
              </a:spcBef>
              <a:spcAft>
                <a:spcPts val="0"/>
              </a:spcAft>
              <a:buClr>
                <a:srgbClr val="000000"/>
              </a:buClr>
              <a:buSzPts val="1200"/>
              <a:buFont typeface="Arial"/>
              <a:buNone/>
            </a:pPr>
            <a:r>
              <a:rPr b="0" i="0" lang="en-GB" sz="1200" u="sng" cap="none" strike="noStrike">
                <a:solidFill>
                  <a:srgbClr val="666666"/>
                </a:solidFill>
                <a:latin typeface="Roboto"/>
                <a:ea typeface="Roboto"/>
                <a:cs typeface="Roboto"/>
                <a:sym typeface="Roboto"/>
                <a:hlinkClick r:id="rId4">
                  <a:extLst>
                    <a:ext uri="{A12FA001-AC4F-418D-AE19-62706E023703}">
                      <ahyp:hlinkClr val="tx"/>
                    </a:ext>
                  </a:extLst>
                </a:hlinkClick>
              </a:rPr>
              <a:t>https://learn.codemithra.com</a:t>
            </a:r>
            <a:endParaRPr b="0" i="0" sz="1200" u="none" cap="none" strike="noStrike">
              <a:solidFill>
                <a:srgbClr val="666666"/>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387" name="Google Shape;387;p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388" name="Google Shape;388;p5"/>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389" name="Google Shape;389;p5"/>
          <p:cNvSpPr txBox="1"/>
          <p:nvPr/>
        </p:nvSpPr>
        <p:spPr>
          <a:xfrm>
            <a:off x="3141000" y="2194650"/>
            <a:ext cx="2862000" cy="75402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GB" sz="3700" u="none" cap="none" strike="noStrike">
                <a:solidFill>
                  <a:schemeClr val="lt1"/>
                </a:solidFill>
                <a:latin typeface="Roboto"/>
                <a:ea typeface="Roboto"/>
                <a:cs typeface="Roboto"/>
                <a:sym typeface="Roboto"/>
              </a:rPr>
              <a:t>THANK YOU</a:t>
            </a:r>
            <a:endParaRPr b="0" i="0" sz="3700" u="none" cap="none" strike="noStrike">
              <a:solidFill>
                <a:schemeClr val="lt1"/>
              </a:solidFill>
              <a:latin typeface="Roboto"/>
              <a:ea typeface="Roboto"/>
              <a:cs typeface="Roboto"/>
              <a:sym typeface="Roboto"/>
            </a:endParaRPr>
          </a:p>
        </p:txBody>
      </p:sp>
      <p:pic>
        <p:nvPicPr>
          <p:cNvPr id="390" name="Google Shape;390;p5"/>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391" name="Google Shape;391;p5"/>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392" name="Google Shape;392;p5"/>
          <p:cNvSpPr txBox="1"/>
          <p:nvPr/>
        </p:nvSpPr>
        <p:spPr>
          <a:xfrm>
            <a:off x="1980750" y="4590801"/>
            <a:ext cx="11871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+91 78150 95095</a:t>
            </a:r>
            <a:endParaRPr b="0" i="0" sz="1000" u="none" cap="none" strike="noStrike">
              <a:solidFill>
                <a:schemeClr val="lt1"/>
              </a:solidFill>
              <a:latin typeface="Roboto"/>
              <a:ea typeface="Roboto"/>
              <a:cs typeface="Roboto"/>
              <a:sym typeface="Roboto"/>
            </a:endParaRPr>
          </a:p>
        </p:txBody>
      </p:sp>
      <p:cxnSp>
        <p:nvCxnSpPr>
          <p:cNvPr id="393" name="Google Shape;393;p5"/>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394" name="Google Shape;394;p5"/>
          <p:cNvSpPr txBox="1"/>
          <p:nvPr/>
        </p:nvSpPr>
        <p:spPr>
          <a:xfrm>
            <a:off x="3519050"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codemithra@ethnus.com</a:t>
            </a:r>
            <a:endParaRPr b="0" i="0" sz="1000" u="none" cap="none" strike="noStrike">
              <a:solidFill>
                <a:schemeClr val="lt1"/>
              </a:solidFill>
              <a:latin typeface="Roboto"/>
              <a:ea typeface="Roboto"/>
              <a:cs typeface="Roboto"/>
              <a:sym typeface="Roboto"/>
            </a:endParaRPr>
          </a:p>
        </p:txBody>
      </p:sp>
      <p:pic>
        <p:nvPicPr>
          <p:cNvPr id="395" name="Google Shape;395;p5"/>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396" name="Google Shape;396;p5"/>
          <p:cNvSpPr txBox="1"/>
          <p:nvPr/>
        </p:nvSpPr>
        <p:spPr>
          <a:xfrm>
            <a:off x="5457275"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www.codemithra.com</a:t>
            </a:r>
            <a:endParaRPr b="0" i="0" sz="1000" u="none" cap="none" strike="noStrike">
              <a:solidFill>
                <a:schemeClr val="lt1"/>
              </a:solidFill>
              <a:latin typeface="Roboto"/>
              <a:ea typeface="Roboto"/>
              <a:cs typeface="Roboto"/>
              <a:sym typeface="Roboto"/>
            </a:endParaRPr>
          </a:p>
        </p:txBody>
      </p:sp>
      <p:cxnSp>
        <p:nvCxnSpPr>
          <p:cNvPr id="397" name="Google Shape;397;p5"/>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