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55">
          <p15:clr>
            <a:srgbClr val="FF0000"/>
          </p15:clr>
        </p15:guide>
        <p15:guide id="2" orient="horz" pos="907">
          <p15:clr>
            <a:srgbClr val="FF0000"/>
          </p15:clr>
        </p15:guide>
        <p15:guide id="3" orient="horz" pos="737">
          <p15:clr>
            <a:srgbClr val="00FF00"/>
          </p15:clr>
        </p15:guide>
        <p15:guide id="4" orient="horz" pos="397">
          <p15:clr>
            <a:srgbClr val="00FF00"/>
          </p15:clr>
        </p15:guide>
        <p15:guide id="5" pos="454">
          <p15:clr>
            <a:srgbClr val="FF00FF"/>
          </p15:clr>
        </p15:guide>
        <p15:guide id="6" pos="5272">
          <p15:clr>
            <a:srgbClr val="FF00FF"/>
          </p15:clr>
        </p15:guide>
      </p15:sldGuideLst>
    </p:ext>
    <p:ext uri="GoogleSlidesCustomDataVersion2">
      <go:slidesCustomData xmlns:go="http://customooxmlschemas.google.com/" r:id="rId41" roundtripDataSignature="AMtx7mhSXTNby1ahho5wMWdBauldPijp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55" orient="horz"/>
        <p:guide pos="907" orient="horz"/>
        <p:guide pos="737" orient="horz"/>
        <p:guide pos="397" orient="horz"/>
        <p:guide pos="454"/>
        <p:guide pos="52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italic.fntdata"/><Relationship Id="rId16" Type="http://schemas.openxmlformats.org/officeDocument/2006/relationships/slide" Target="slides/slide11.xml"/><Relationship Id="rId38" Type="http://schemas.openxmlformats.org/officeDocument/2006/relationships/font" Target="fonts/Robo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2aa39a3c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g32aa39a3c3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bee37a51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1bee37a5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Using something that is not your, u need to pay for 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In highway you use road which is not yours and hence pay toll.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In terms of finance, it is referred to as Interest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ef0e3e66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1ef0e3e6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b3f087a09_1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1b3f087a09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b3f087a09_1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1b3f087a09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b3f087a09_1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1b3f087a09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ef0e3e667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1ef0e3e66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ef0e3e667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1ef0e3e66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1ef0e3e667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1ef0e3e66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1ef0e3e667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1ef0e3e66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ef0e3e667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1ef0e3e66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44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" name="Google Shape;2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8" name="Google Shape;3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" name="Google Shape;41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44" name="Google Shape;44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6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56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56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56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4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Relationship Id="rId4" Type="http://schemas.openxmlformats.org/officeDocument/2006/relationships/hyperlink" Target="https://learn.codemithra.com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jp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/>
          <p:nvPr/>
        </p:nvSpPr>
        <p:spPr>
          <a:xfrm>
            <a:off x="311702" y="1946425"/>
            <a:ext cx="49500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IN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Simple Interest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IN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IN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Compound Interest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aa39a3c3c_0_0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I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-I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I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g32aa39a3c3c_0_0"/>
          <p:cNvSpPr txBox="1"/>
          <p:nvPr/>
        </p:nvSpPr>
        <p:spPr>
          <a:xfrm>
            <a:off x="577325" y="622125"/>
            <a:ext cx="77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                                    Test time on :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SPELLING CORRECTIO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N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g32aa39a3c3c_0_0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g32aa39a3c3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0825" y="1966931"/>
            <a:ext cx="1801250" cy="181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bee37a515_0_0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Interest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Interest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Compound Interest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79" name="Google Shape;79;g31bee37a515_0_0"/>
          <p:cNvSpPr txBox="1"/>
          <p:nvPr/>
        </p:nvSpPr>
        <p:spPr>
          <a:xfrm>
            <a:off x="3339900" y="630250"/>
            <a:ext cx="246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ef0e3e667_0_0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- Initial Amount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- Time in years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- Rate of Interest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S.I - Simple Interest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C.I - Compound Interest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Amount = P + Interest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1ef0e3e667_0_0"/>
          <p:cNvSpPr txBox="1"/>
          <p:nvPr/>
        </p:nvSpPr>
        <p:spPr>
          <a:xfrm>
            <a:off x="3339900" y="630250"/>
            <a:ext cx="246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/>
        </p:nvSpPr>
        <p:spPr>
          <a:xfrm>
            <a:off x="6828330" y="4120750"/>
            <a:ext cx="217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720000" y="1440000"/>
            <a:ext cx="79494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If a sum doubles itself in 5 years at a certain rate of simple interest. Find the rate of interest?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10%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15%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20%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25%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33333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720000" y="1440000"/>
            <a:ext cx="7800600" cy="3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= PTR/100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Also,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Considering P = 100%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100 ----&gt; 200 in 5 years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Increased by 100 in 5 years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 R = 100/5 = 20%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333333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A certain sum becomes 4.9 times itself at 15% rate of simple interest, in how many years?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26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24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25</a:t>
            </a:r>
            <a:endParaRPr sz="16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720000" y="1440001"/>
            <a:ext cx="7998000" cy="3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= PTR/100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Also,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Considering P = 100%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100 ----&gt; 490 at 15%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Increased by 390 at 15% PA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 T = 390/15 = 26%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If a certain sum becomes 3 times in 11 years at a certain rate of simple interest, then the sum becomes 9 times itself in how many years?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24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33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44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22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864725" y="1292675"/>
            <a:ext cx="68847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SI = PTR/100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Also,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Considering P = 100%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100 ----&gt; 300 in 11 years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Increased by 200 in 5 years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Then, 100 ----&gt; 900 in 11 years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Increased by 800 in ?(x) years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x = 11*800/200 = 44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The simple interest generated on a certain sum is 9/16 times the principal. If the rate of interest and time are same, then find the rate of interest?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A.15%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B.  8.5%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C. 7.5%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D. 22%</a:t>
            </a:r>
            <a:endParaRPr sz="16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720000" y="1440000"/>
            <a:ext cx="79980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= T = sqrt(fraction) * 10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sqrt(9/16) * 10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¾ * 10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30/4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7.5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A certain sum is invested at a certain rate of simple interest for 2 years. Had the rate of interest been 3% higher, it would have fetched Rs.72 more than before. Find the sum invested?</a:t>
            </a:r>
            <a:endParaRPr sz="1600">
              <a:solidFill>
                <a:schemeClr val="dk1"/>
              </a:solidFill>
            </a:endParaRPr>
          </a:p>
          <a:p>
            <a:pPr indent="-116202" lvl="0" marL="11620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3600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1000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1200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2200</a:t>
            </a:r>
            <a:endParaRPr sz="16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311700" y="1152475"/>
            <a:ext cx="8520600" cy="3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3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</a:rPr>
              <a:t>C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On a certain sum of money, the rate of simple interest is 5% per annum for the first 3 years, 6% per annum for the next 4 years and 8% per annum for the last 5 years. If the total interest generated is Rs.7900, Find the sum invested?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9000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10000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12000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14000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720000" y="1440000"/>
            <a:ext cx="7880100" cy="25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 = 79% → 7900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 P = 100% = 10000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b3f087a09_1_51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If a certain sum amounts to Rs.3120 in 3 years and Rs.4080 in 7 years at a certain rate of simple interest. Find the sum invested and the rate of interest?</a:t>
            </a:r>
            <a:endParaRPr sz="1600"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2800 at 12%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2400 at 10%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2500 at 12%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2200 at 14%</a:t>
            </a:r>
            <a:endParaRPr sz="1600"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9" name="Google Shape;169;g31b3f087a09_1_51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g31b3f087a09_1_5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720000" y="1170000"/>
            <a:ext cx="7650000" cy="3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b3f087a09_1_59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An amount at CI doubles itself in 4 years. In how many years will the amount become 8 times itself.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8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12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16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82" name="Google Shape;182;g31b3f087a09_1_59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g31b3f087a09_1_5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2"/>
          <p:cNvSpPr txBox="1"/>
          <p:nvPr/>
        </p:nvSpPr>
        <p:spPr>
          <a:xfrm>
            <a:off x="311700" y="1152475"/>
            <a:ext cx="8520600" cy="3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Let,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Principal = Rs. 100.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Amount = Rs. 200.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Rate = r%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Time = 4 years.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Now,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A = P*[1+ (r/100)]^n;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200 = 100*[1+(r/100)]^4;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2 = [1+(r/100)]^4; ........... (i)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If sum become 8 times in the time n years,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then,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8 = (1+(r/100))^n;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2^3 = (1+(r/100))^n; ........ (ii)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Using eqn (i) in (ii), we get;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([1+(r/100)]^4)^3 = (1+(r/100))^n;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[1+(r/100)]^12 = (1+(r/100))^n;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</a:rPr>
              <a:t>Thus, n = 12 years.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b3f087a09_1_65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Find the sum invested for 2 years at the rate of 6% CI per annum. If the amount is 33708?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sz="1600">
                <a:solidFill>
                  <a:schemeClr val="dk1"/>
                </a:solidFill>
              </a:rPr>
              <a:t>A. </a:t>
            </a:r>
            <a:r>
              <a:rPr lang="en-IN" sz="1600">
                <a:solidFill>
                  <a:schemeClr val="dk1"/>
                </a:solidFill>
              </a:rPr>
              <a:t>30000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B. 20000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C. 28000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D. 32000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95" name="Google Shape;195;g31b3f087a09_1_65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g31b3f087a09_1_65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>
            <p:ph idx="1" type="body"/>
          </p:nvPr>
        </p:nvSpPr>
        <p:spPr>
          <a:xfrm>
            <a:off x="720000" y="1440000"/>
            <a:ext cx="76500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30000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A sum of 4000 is invested for 2 years at the rate of R% CI per annum. If the CI is 579.6, find R?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14.49%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5%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10.25%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7%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08" name="Google Shape;208;p38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3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1ef0e3e667_0_9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Find the compound interest on rs.24000 compounded semi-annually for 1.5 years at the rate of 10% per annum?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 3783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 2783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 2763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 3763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15" name="Google Shape;215;g31ef0e3e667_0_9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g31ef0e3e667_0_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1ef0e3e667_0_20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Find the amount and the CI on rs.10000 compounded quarterly for 9 months at the rate of 4% per annum?</a:t>
            </a:r>
            <a:endParaRPr sz="16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 106060 and rs. 6060.10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 103030 and rs. 3030.10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 10303.10 and rs. 303.10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 10606.10 and rs. 606.10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22" name="Google Shape;222;g31ef0e3e667_0_20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g31ef0e3e667_0_2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1ef0e3e667_0_31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Find the amount and the CI on rs.5000 compounded annually for 2 years and 6 months at the rate of 10% per annum?</a:t>
            </a:r>
            <a:endParaRPr sz="1600">
              <a:solidFill>
                <a:schemeClr val="dk1"/>
              </a:solidFill>
            </a:endParaRPr>
          </a:p>
          <a:p>
            <a:pPr indent="-59055" lvl="0" marL="590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 6252.5 and rs. 1342.5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 6000 and rs. 1300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 6250 and rs. 1340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 6352.5 and rs. 1352.5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29" name="Google Shape;229;g31ef0e3e667_0_31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g31ef0e3e667_0_3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ef0e3e667_0_42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Find the CI on rs.5000 for 4 years if the rate of interest is 10% per annum for the first two years and 15% for the next two years?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rs.3000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rs.3001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rs.3002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None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36" name="Google Shape;236;g31ef0e3e667_0_42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g31ef0e3e667_0_4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ef0e3e667_0_48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A man took a loan from a bank at the rate of 12% p.a. simple interest. After 3 years he had to pay Rs.5400 interest only for the period. The principal amount borrowed by him was</a:t>
            </a:r>
            <a:endParaRPr sz="1600">
              <a:solidFill>
                <a:schemeClr val="dk1"/>
              </a:solidFill>
            </a:endParaRPr>
          </a:p>
          <a:p>
            <a:pPr indent="-1902" lvl="0" marL="11620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Rs.2000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Rs.10000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Rs.15000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Rs.20000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43" name="Google Shape;243;g31ef0e3e667_0_48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g31ef0e3e667_0_4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/>
          <p:nvPr/>
        </p:nvSpPr>
        <p:spPr>
          <a:xfrm>
            <a:off x="555120" y="915840"/>
            <a:ext cx="754488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4"/>
          <p:cNvSpPr/>
          <p:nvPr/>
        </p:nvSpPr>
        <p:spPr>
          <a:xfrm>
            <a:off x="1634729" y="4055269"/>
            <a:ext cx="518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57" name="Google Shape;257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58" name="Google Shape;25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I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0" name="Google Shape;260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" name="Google Shape;263;p4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4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7" name="Google Shape;267;p4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</cp:coreProperties>
</file>