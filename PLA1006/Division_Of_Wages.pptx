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 Black"/>
      <p:bold r:id="rId41"/>
      <p:boldItalic r:id="rId42"/>
    </p:embeddedFon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3">
          <p15:clr>
            <a:srgbClr val="FF0000"/>
          </p15:clr>
        </p15:guide>
        <p15:guide id="2" orient="horz" pos="904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5">
          <p15:clr>
            <a:srgbClr val="FF00FF"/>
          </p15:clr>
        </p15:guide>
        <p15:guide id="6" pos="5270">
          <p15:clr>
            <a:srgbClr val="FF00FF"/>
          </p15:clr>
        </p15:guide>
      </p15:sldGuideLst>
    </p:ext>
    <p:ext uri="GoogleSlidesCustomDataVersion2">
      <go:slidesCustomData xmlns:go="http://customooxmlschemas.google.com/" r:id="rId47" roundtripDataSignature="AMtx7mjOWO5zaTRkksL7KNM7BehPol57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3" orient="horz"/>
        <p:guide pos="904" orient="horz"/>
        <p:guide pos="737" orient="horz"/>
        <p:guide pos="397" orient="horz"/>
        <p:guide pos="455"/>
        <p:guide pos="5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Black-boldItalic.fntdata"/><Relationship Id="rId41" Type="http://schemas.openxmlformats.org/officeDocument/2006/relationships/font" Target="fonts/RobotoBlack-bold.fntdata"/><Relationship Id="rId22" Type="http://schemas.openxmlformats.org/officeDocument/2006/relationships/slide" Target="slides/slide17.xml"/><Relationship Id="rId44" Type="http://schemas.openxmlformats.org/officeDocument/2006/relationships/font" Target="fonts/Roboto-bold.fntdata"/><Relationship Id="rId21" Type="http://schemas.openxmlformats.org/officeDocument/2006/relationships/slide" Target="slides/slide16.xml"/><Relationship Id="rId43" Type="http://schemas.openxmlformats.org/officeDocument/2006/relationships/font" Target="fonts/Robot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81c3950792bf2f7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481c3950792bf2f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81c3950792bf2f7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481c3950792bf2f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81c3950792bf2f7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481c3950792bf2f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81c3950792bf2f7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481c3950792bf2f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81c3950792bf2f7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481c3950792bf2f7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81c3950792bf2f7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481c3950792bf2f7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81c3950792bf2f7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481c3950792bf2f7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81c3950792bf2f7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481c3950792bf2f7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81c3950792bf2f7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481c3950792bf2f7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81c3950792bf2f7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481c3950792bf2f7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a7215635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13a721563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a7215635f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13a7215635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a7215635f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13a7215635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a7215635f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13a721563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a7215635f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13a7215635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a7215635f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13a7215635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b64d640a47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1b64d640a4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b64d640a47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1b64d640a4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b64d640a47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1b64d640a4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b64d640a47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1b64d640a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b64d640a47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1b64d640a4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b64d640a47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1b64d640a4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3caba5e1c5_0_1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g13caba5e1c5_0_1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g13caba5e1c5_0_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7" name="Google Shape;3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3" name="Google Shape;4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44" name="Google Shape;44;p42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4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4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4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hyperlink" Target="https://learn.codemithra.com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/>
        </p:nvSpPr>
        <p:spPr>
          <a:xfrm>
            <a:off x="148264" y="1741810"/>
            <a:ext cx="4690948" cy="16004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DIVISION OF WAGES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idx="1" type="body"/>
          </p:nvPr>
        </p:nvSpPr>
        <p:spPr>
          <a:xfrm>
            <a:off x="722375" y="1435600"/>
            <a:ext cx="74346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Division of wages is an extension of Time and Work chapter.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In this chapter we convert work performed in monetary terms.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Wages are given in proportion to the work done and in indirect (or inverse) proportion to the time taken by the individual.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You can find the ratios by comparing the efficiency of the worker.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720000" y="579950"/>
            <a:ext cx="5220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DIVISION OF WAGES</a:t>
            </a:r>
            <a:endParaRPr b="0" i="0" sz="21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81c3950792bf2f7_1"/>
          <p:cNvSpPr txBox="1"/>
          <p:nvPr/>
        </p:nvSpPr>
        <p:spPr>
          <a:xfrm>
            <a:off x="722375" y="1435600"/>
            <a:ext cx="7644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Ravi can do a work in 6 days and Rahim can do the same work in 5 days.The contract for the work is Rs. 220. How much shall B get if both of them work together?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g481c3950792bf2f7_1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</a:t>
            </a: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481c3950792bf2f7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5" y="1435600"/>
            <a:ext cx="7644374" cy="3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481c3950792bf2f7_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81c3950792bf2f7_21"/>
          <p:cNvSpPr txBox="1"/>
          <p:nvPr>
            <p:ph idx="1" type="body"/>
          </p:nvPr>
        </p:nvSpPr>
        <p:spPr>
          <a:xfrm>
            <a:off x="722375" y="1435600"/>
            <a:ext cx="80718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A, B and C can do a work in 6, 8 and 12 days respectively. Doing that work together they get an amount of Rs 1350. What is the share of B in that amount?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250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350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450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550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9" name="Google Shape;89;g481c3950792bf2f7_21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481c3950792bf2f7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900" y="1435600"/>
            <a:ext cx="7884850" cy="32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481c3950792bf2f7_2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81c3950792bf2f7_5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g481c3950792bf2f7_58"/>
          <p:cNvSpPr txBox="1"/>
          <p:nvPr/>
        </p:nvSpPr>
        <p:spPr>
          <a:xfrm>
            <a:off x="722375" y="1435600"/>
            <a:ext cx="7644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A, B and C contract a work for Rs. 550. Together, A and B are supposed to do 7/11 of the work. How much does C get 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235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481c3950792bf2f7_5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81c3950792bf2f7_6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g481c3950792bf2f7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25" y="1777625"/>
            <a:ext cx="6695775" cy="2271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481c3950792bf2f7_66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81c3950792bf2f7_75"/>
          <p:cNvSpPr txBox="1"/>
          <p:nvPr>
            <p:ph idx="1" type="body"/>
          </p:nvPr>
        </p:nvSpPr>
        <p:spPr>
          <a:xfrm>
            <a:off x="722375" y="1435600"/>
            <a:ext cx="8066400" cy="30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Two men undertake to do a piece of work for Rs. 200. One alone could do it in 6 days, the other in 8 days. With the assistance of a boy they finish it in 3 days. How should the money be divided?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25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5" name="Google Shape;115;g481c3950792bf2f7_75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481c3950792bf2f7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31325"/>
            <a:ext cx="59626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481c3950792bf2f7_83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81c3950792bf2f7_98"/>
          <p:cNvSpPr txBox="1"/>
          <p:nvPr>
            <p:ph idx="1" type="body"/>
          </p:nvPr>
        </p:nvSpPr>
        <p:spPr>
          <a:xfrm>
            <a:off x="722375" y="1435600"/>
            <a:ext cx="76443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A and B undertook to do a piece of work for RS 4500. A alone could do the work in the 8 days and B in 12 Days. With the assistance of C, they finished the work in 4 days. What is the share of C?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750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900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2250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7" name="Google Shape;127;g481c3950792bf2f7_9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481c3950792bf2f7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" y="1549050"/>
            <a:ext cx="45910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481c3950792bf2f7_105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a7215635f_0_0"/>
          <p:cNvSpPr txBox="1"/>
          <p:nvPr>
            <p:ph idx="1" type="body"/>
          </p:nvPr>
        </p:nvSpPr>
        <p:spPr>
          <a:xfrm>
            <a:off x="722375" y="1435600"/>
            <a:ext cx="76443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12 Men and 6 women can do a piece of work in 14 days, while 8 men and 9 women can do the work in 16 days. if a man gets Rs 54 per days, what should be the wage of a woman per day?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36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68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98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9" name="Google Shape;139;g13a7215635f_0_0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13a7215635f_0_7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13a7215635f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483725"/>
            <a:ext cx="7452350" cy="27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13a7215635f_0_7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a7215635f_0_21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If the wage of 45 women amount to Rs 15525 in 48 days, how many men must work for 16 days to receive Rs 5750, The daily wage of a man being double of that of a woman?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115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115/8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145/8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212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2" name="Google Shape;152;g13a7215635f_0_21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a7215635f_0_2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13a7215635f_0_28"/>
          <p:cNvSpPr txBox="1"/>
          <p:nvPr/>
        </p:nvSpPr>
        <p:spPr>
          <a:xfrm>
            <a:off x="2466100" y="1170000"/>
            <a:ext cx="5320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women= 45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days     = 48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amount for men = Rs.15525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efficiency= 1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days used by men=16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amount for men = Rs.5750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efficiency=2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M1 D1 E1 / W1 = M2 D2 E2 / W2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(45*48*1)/ 15525 = (M*16*2)/5750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M=(2160*5750)/(15525 * 32)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 = 25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a7215635f_0_43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can do a piece of work in 10 days while B alone can do it in 15 days. They work together for 5 days and the rest of the work is done by C in 2 days. If they get Rs 450 for the whole work, how should they divide the money?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(a) Rs 100. Rs 150, Rs 200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(b) Rs 80, Rs 170, Rs 200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(c) Rs 225, Rs 150, Rs 75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(d) Rs 200, Rs 50, Rs 200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4" name="Google Shape;164;g13a7215635f_0_43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13a7215635f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6025" y="1499000"/>
            <a:ext cx="4137550" cy="282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13a7215635f_0_50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29083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722375" y="1435600"/>
            <a:ext cx="8093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sum of Rs 77 was paid for a piece of work which A can do in 10 days, B in 15 days, C in 20 days and D in 25 days. Find the share of C, if all of them worked together.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(a) Rs 12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(b) Rs 17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(c) Rs 15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(d) Rs 18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/>
        </p:nvSpPr>
        <p:spPr>
          <a:xfrm>
            <a:off x="0" y="188686"/>
            <a:ext cx="31236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5" y="2324551"/>
            <a:ext cx="7944375" cy="66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722375" y="1435600"/>
            <a:ext cx="8093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Wages for 45 women amount to Rs 15525 in 48 days. How many men must work 16 days to receive Rs 5750, the daily wages of a man being double those of a woman?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35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b64d640a47_0_31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g1b64d640a47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556" y="1671438"/>
            <a:ext cx="6586425" cy="203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1b64d640a47_0_31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722374" y="1435600"/>
            <a:ext cx="78174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Starting on Monday morning Ram can finish a task by Friday evening while Shyam takes 2 days more to get over with the same task. They take up a project together and are paid Rs 480/- for it. How much should be Shyam's share in the earnings?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Rs. 180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Rs. 200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Rs. 280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Rs. 300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b64d640a47_0_39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g1b64d640a47_0_39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1b64d640a47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1853" y="1276197"/>
            <a:ext cx="6279275" cy="12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1b64d640a47_0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853" y="2634428"/>
            <a:ext cx="6820294" cy="17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1b64d640a47_0_39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/>
        </p:nvSpPr>
        <p:spPr>
          <a:xfrm>
            <a:off x="722375" y="1435600"/>
            <a:ext cx="8093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Working individually Piky, Quiky and Riky finish an assignment in 7, 8 and 11 days respectively. They work together on a project and are paid 1105 silver coins for it. Find the share of each of them in the earnings.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 Piky = 440 coins; Quiky = 385 coins; Riky = 280 coins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 Piky = 445 coins; Quiky = 375 coins; Riky = 285 coins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Piky = 446 coins; Quiky = 381 coins; Riky = 278 coins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 Piky = 500 coins; Quiky = 400 coins; Riky = 205 coins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b64d640a47_0_47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1b64d640a47_0_47"/>
          <p:cNvSpPr txBox="1"/>
          <p:nvPr/>
        </p:nvSpPr>
        <p:spPr>
          <a:xfrm>
            <a:off x="1048875" y="1306086"/>
            <a:ext cx="84726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us consider Piky to be P, Quicky to be Q and Riky to be 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Now, P takes 7 days; Q takes 8 days and R takes 11 days to complete the job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Ratio of days taken is P:Q:R = 7:8:11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ratio of time taken is a : b : c, then share of income is in ratio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bc : ac : ca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Easy way to remember -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Share of 'a' will only have 'bc' and not 'a'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Share of 'b' will only have 'ac' and not 'b'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Share of 'c' will only have 'ab' and not 'c'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Hence, Ratio of income share is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Income of P : Income of Q : Income of R = 8 x 11 : 7 x 11 : 7 x 8 = 88 : 77 : 56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g1b64d640a47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5175" y="2776449"/>
            <a:ext cx="3123600" cy="9689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1b64d640a47_0_47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idx="1" type="body"/>
          </p:nvPr>
        </p:nvSpPr>
        <p:spPr>
          <a:xfrm>
            <a:off x="722375" y="1435600"/>
            <a:ext cx="76443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Daily wages of men are 500%  those of women. Two groups of 22 women each earn Rs 29568 while working for 8 weeks. Some men work on a similar project for 2 days less than 7 weeks and earn Rs 16920. How many men worked on the project?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a. 5 men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b. 6 men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c. 8 men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d. 9 men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b64d640a47_0_55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1b64d640a47_0_55"/>
          <p:cNvSpPr txBox="1"/>
          <p:nvPr/>
        </p:nvSpPr>
        <p:spPr>
          <a:xfrm>
            <a:off x="1041710" y="1279054"/>
            <a:ext cx="847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Any of (a+b) or a/b could be greater and thus we cannot determine this.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g1b64d640a47_0_55"/>
          <p:cNvPicPr preferRelativeResize="0"/>
          <p:nvPr/>
        </p:nvPicPr>
        <p:blipFill rotWithShape="1">
          <a:blip r:embed="rId3">
            <a:alphaModFix/>
          </a:blip>
          <a:srcRect b="0" l="-10360" r="10360" t="0"/>
          <a:stretch/>
        </p:blipFill>
        <p:spPr>
          <a:xfrm>
            <a:off x="2176039" y="1686640"/>
            <a:ext cx="5201701" cy="326817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1b64d640a47_0_55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Two friends Raman and Vaman work together on an assignment and take 10 days to finish it and were paid Rs 1155/- for it. If Raman was to work alone, he would take 15 days to finish the assignment. Find their share of each of them in the earnings.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a. Raman = Rs. 770; Vaman = Rs. 385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b. Raman = Rs. 605; Vaman = Rs. 550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c. Raman = Rs. 550; Vaman = Rs. 605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d. Raman = Rs. 385; Vaman = Rs. 770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b64d640a47_0_63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g1b64d640a47_0_63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1b64d640a47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5" y="1435600"/>
            <a:ext cx="7374401" cy="293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b64d640a47_0_63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>
            <p:ph idx="1" type="body"/>
          </p:nvPr>
        </p:nvSpPr>
        <p:spPr>
          <a:xfrm>
            <a:off x="722375" y="1435600"/>
            <a:ext cx="76443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P and Q begin with the assignment and finish a particular part of the work. R works alone on the remaining 3/5 of the project. They are paid a total of 640 Rs for the complete work. What should be R's share in the earnings?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a. Rs. 256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b. Rs. 340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c. Rs. 384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dk1"/>
                </a:solidFill>
              </a:rPr>
              <a:t>d. Rs. 420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b64d640a47_0_71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g1b64d640a47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575" y="1682650"/>
            <a:ext cx="7608849" cy="1778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1b64d640a47_0_71"/>
          <p:cNvSpPr txBox="1"/>
          <p:nvPr/>
        </p:nvSpPr>
        <p:spPr>
          <a:xfrm>
            <a:off x="722375" y="677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4" name="Google Shape;2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2" name="Google Shape;2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" name="Google Shape;287;p11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1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1" name="Google Shape;291;p11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2019-12-04T07:36:33Z</dcterms:created>
  <dc:creator>sushmitha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