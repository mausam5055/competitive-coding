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5">
          <p15:clr>
            <a:srgbClr val="FF0000"/>
          </p15:clr>
        </p15:guide>
        <p15:guide id="2" orient="horz" pos="907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4">
          <p15:clr>
            <a:srgbClr val="FF00FF"/>
          </p15:clr>
        </p15:guide>
        <p15:guide id="6" pos="5272">
          <p15:clr>
            <a:srgbClr val="FF00FF"/>
          </p15:clr>
        </p15:guide>
      </p15:sldGuideLst>
    </p:ext>
    <p:ext uri="GoogleSlidesCustomDataVersion2">
      <go:slidesCustomData xmlns:go="http://customooxmlschemas.google.com/" r:id="rId47" roundtripDataSignature="AMtx7mjK7XnX3TJUZCjWOFQo+wSIaI25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5" orient="horz"/>
        <p:guide pos="907" orient="horz"/>
        <p:guide pos="737" orient="horz"/>
        <p:guide pos="397" orient="horz"/>
        <p:guide pos="454"/>
        <p:guide pos="52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bold.fntdata"/><Relationship Id="rId21" Type="http://schemas.openxmlformats.org/officeDocument/2006/relationships/slide" Target="slides/slide16.xml"/><Relationship Id="rId43" Type="http://schemas.openxmlformats.org/officeDocument/2006/relationships/font" Target="fonts/Robot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b3f087a09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1b3f087a0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It tests your constraint programming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b3fdd1d3c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1b3fdd1d3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b3fdd1d3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1b3fdd1d3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</a:rPr>
              <a:t>By considering each letter and assuming values by hit and trial - takes lot of time as many permutations and combinations are possible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Let’s go by a bit of 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 and B are two different numbers and digits are interchanged in both the numbers.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 of AB+BA = 99+99 = 198 (note its not possible as D has same value in DAD)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 cannot be equal to 0 =&gt; means D has to be 1 (as max value is 198-&gt;only possibility is 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D = 1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we know that AB =&gt; 10A+B (example: As 37 =&gt; 10*3+7)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Also, BA =&gt; 10B+A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Therefore, 10A+B + 10B+A = 1A1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11(A+B) = 1A1……………(1)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Observe 1A1 is divisible by 11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Possible values of 1A1 are (101,111,121,131,141,151,161,171,181,191)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Among these select those divisible by 11 (it’s only 121)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A = 2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From eqn (1), 11(2+B) = 121 =&gt; B = 11 - 2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B = 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Verify: 29 + 92 = 121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H, E and S are three different numbers and digits are interchanged in both the numbers.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 of HEE+SHE = 999+999 = 1998 (note it's not possible)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G cannot be equal to 0 =&gt; means G has to be 1 (as max value is 1998-&gt;only possibility is 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G = 1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considering unit’s digit E + E = E : only possibility of E is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H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r>
              <a:rPr lang="en-IN" u="sng">
                <a:solidFill>
                  <a:schemeClr val="dk1"/>
                </a:solidFill>
              </a:rPr>
              <a:t>+S H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H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</a:t>
            </a:r>
            <a:r>
              <a:rPr lang="en-IN">
                <a:solidFill>
                  <a:schemeClr val="dk1"/>
                </a:solidFill>
              </a:rPr>
              <a:t>Note: H cannot be 0,1, 2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Considering, H = 3, we get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3 0 0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3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		</a:t>
            </a:r>
            <a:r>
              <a:rPr lang="en-IN">
                <a:solidFill>
                  <a:schemeClr val="dk1"/>
                </a:solidFill>
              </a:rPr>
              <a:t>Here S must be 9 for G to be 1 and I to be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Hence, S = 9 when H  = 3.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S+H+E=3+9+0=12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Also note the possibilities that H = 7, then S must be 5 and the sum of SHE == 12 (always, the values of S and H can differ)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Verify: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7 0 0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 will be 5 and sum will be 12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H, E and S are three different numbers and digits are interchanged in both the numbers.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 of HEE+SHE = 999+999 = 1998 (note it's not possible)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G cannot be equal to 0 =&gt; means G has to be 1 (as max value is 1998-&gt;only possibility is 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G = 1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considering unit’s digit E + E = E : only possibility of E is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H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r>
              <a:rPr lang="en-IN" u="sng">
                <a:solidFill>
                  <a:schemeClr val="dk1"/>
                </a:solidFill>
              </a:rPr>
              <a:t>+S H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H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</a:t>
            </a:r>
            <a:r>
              <a:rPr lang="en-IN">
                <a:solidFill>
                  <a:schemeClr val="dk1"/>
                </a:solidFill>
              </a:rPr>
              <a:t>Note: H cannot be 0,1, 2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Considering, H = 3, we get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3 0 0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3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		</a:t>
            </a:r>
            <a:r>
              <a:rPr lang="en-IN">
                <a:solidFill>
                  <a:schemeClr val="dk1"/>
                </a:solidFill>
              </a:rPr>
              <a:t>Here S must be 9 for G to be 1 and I to be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Hence, S = 9 when H  = 3.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S+H+E=3+9+0=12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Also note the possibilities that H = 7, then S must be 5 and the sum of SHE == 12 (always, the values of S and H can differ)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Verify: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7 0 0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 will be 5 and sum will be 12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O = 4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4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(H)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Y = 9, H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U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U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R T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A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for the value of U and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0,1,3,4 and 9 (as they corresponds to other letters)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Assuming U = 2 , R as 5 : not possible as 2 + 4 = 6 (therefore R should be 6)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U = 2 and R = 6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2 6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2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6 8</a:t>
            </a:r>
            <a:br>
              <a:rPr lang="en-IN">
                <a:solidFill>
                  <a:schemeClr val="dk1"/>
                </a:solidFill>
              </a:rPr>
            </a:b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Y + U + R + E = 9 + 2 + 6+ 0 = 17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any other value than 2 because it will disrupt the entire logic and consideration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with U as 5, 6, 7, 8 . You will get value of R that cannot be considered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O = 4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4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(H)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Y = 9, H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U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U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R T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A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for the value of U and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0,1,3,4 and 9 (as they corresponds to other letters)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Assuming U = 2 , R as 5 : not possible as 2 + 4 = 6 (therefore R should be 6)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U = 2 and R = 6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2 6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2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6 8</a:t>
            </a:r>
            <a:br>
              <a:rPr lang="en-IN">
                <a:solidFill>
                  <a:schemeClr val="dk1"/>
                </a:solidFill>
              </a:rPr>
            </a:b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Y + U + R + E = 9 + 2 + 6+ 0 = 17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any other value than 2 because it will disrupt the entire logic and consideration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with U as 5, 6, 7, 8 . You will get value of R that cannot be considered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9 9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9 9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(P)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U = 9, P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S A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S S R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A C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Considering values for A : cannot be 0 and 1 as occupied by other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Take A as 2, we get R = 8 and S = 3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3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3 3 8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2 7 0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  A = 2, R = 8, S = 3 and C = 7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P + E + A + C + E = 1 + 0 + 2 + 7 + 0 = 10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9 9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9 9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(P)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U = 9, P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S A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S S R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A C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Considering values for A : cannot be 0 and 1 as occupied by other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Take A as 2, we get R = 8 and S = 3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3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3 3 8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2 7 0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  A = 2, R = 8, S = 3 and C = 7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P + E + A + C + E = 1 + 0 + 2 + 7 + 0 = 10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9 9 9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7 9 0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9 9 7		 2 3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note T=0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E cannot be 0,1,2 or 3 as there should be a carry over for B to exist . (B can be 1 or 2 only)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Note when we consider E to be 7, we don’t get the required result	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let’s consider the values for E.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3 times of E should give a result with its unit’s digit equal to E(not possible)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But if we add something it can be achieved.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going with E as 4, now 3 times A should give us carry as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If we take A as 7, we get as shown (note in the result two E(4s) are not obtained). Hence we try with A as 8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4 7 0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4 8 0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4 1 0		 1 4 4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  A = 8, E = 4, B = 1 and T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TEE + TEE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0 4 4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0 4 4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0 8 8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9 9 9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7 9 0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9 9 7		 2 3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note T=0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E cannot be 0,1,2 or 3 as there should be a carry over for B to exist . (B can be 1 or 2 only)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Note when we consider E to be 7, we don’t get the required result	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let’s consider the values for E.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3 times of E should give a result with its unit’s digit equal to E(not possible)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But if we add something it can be achieved.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going with E as 4, now 3 times A should give us carry as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If we take A as 7, we get as shown (note in the result two E(4s) are not obtained). Hence we try with A as 8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4 7 0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4 8 0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4 1 0		 1 4 4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  A = 8, E = 4, B = 1 and T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TEE + TEE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0 4 4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0 4 4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0 8 8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S = 8 (given)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H E R E	   	   9 9 9 9	also check with 8		7 7 7 7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     + S H E		   + 9 9 9</a:t>
            </a:r>
            <a:r>
              <a:rPr lang="en-IN">
                <a:solidFill>
                  <a:schemeClr val="dk1"/>
                </a:solidFill>
              </a:rPr>
              <a:t>	(not possible)</a:t>
            </a:r>
            <a:r>
              <a:rPr lang="en-IN" u="sng">
                <a:solidFill>
                  <a:schemeClr val="dk1"/>
                </a:solidFill>
              </a:rPr>
              <a:t>			+ 8 7 7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C O M E S		1 0 9 9 8	</a:t>
            </a:r>
            <a:r>
              <a:rPr lang="en-IN">
                <a:solidFill>
                  <a:schemeClr val="dk1"/>
                </a:solidFill>
              </a:rPr>
              <a:t>Now check with 7		</a:t>
            </a:r>
            <a:r>
              <a:rPr lang="en-IN" u="sng">
                <a:solidFill>
                  <a:schemeClr val="dk1"/>
                </a:solidFill>
              </a:rPr>
              <a:t>8 6 5 4</a:t>
            </a:r>
            <a:r>
              <a:rPr lang="en-IN">
                <a:solidFill>
                  <a:schemeClr val="dk1"/>
                </a:solidFill>
              </a:rPr>
              <a:t>   - not acceptable as No C in the result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Above we can assume Y to be 8 or 7 or a lower number, but we will not get the lakh’s digit (C)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H = 9,C = 1, O = 0 AND as S = 8 =&gt; E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9 4 R 4		   9 4 5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 + 8 9 4		   + 8 9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1 0 M 4 8		1 0 3 4 8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R = 5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R + H + O = 5 + 9 + 0 = 14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S = 8 (given)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H E R E	   	   9 9 9 9	also check with 8		7 7 7 7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     + S H E		   + 9 9 9</a:t>
            </a:r>
            <a:r>
              <a:rPr lang="en-IN">
                <a:solidFill>
                  <a:schemeClr val="dk1"/>
                </a:solidFill>
              </a:rPr>
              <a:t>	(not possible)</a:t>
            </a:r>
            <a:r>
              <a:rPr lang="en-IN" u="sng">
                <a:solidFill>
                  <a:schemeClr val="dk1"/>
                </a:solidFill>
              </a:rPr>
              <a:t>			+ 8 7 7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C O M E S		1 0 9 9 8	</a:t>
            </a:r>
            <a:r>
              <a:rPr lang="en-IN">
                <a:solidFill>
                  <a:schemeClr val="dk1"/>
                </a:solidFill>
              </a:rPr>
              <a:t>Now check with 7		</a:t>
            </a:r>
            <a:r>
              <a:rPr lang="en-IN" u="sng">
                <a:solidFill>
                  <a:schemeClr val="dk1"/>
                </a:solidFill>
              </a:rPr>
              <a:t>8 6 5 4</a:t>
            </a:r>
            <a:r>
              <a:rPr lang="en-IN">
                <a:solidFill>
                  <a:schemeClr val="dk1"/>
                </a:solidFill>
              </a:rPr>
              <a:t>   - not acceptable as No C in the result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Above we can assume Y to be 8 or 7 or a lower number, but we will not get the lakh’s digit (C)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H = 9,C = 1, O = 0 AND as S = 8 =&gt; E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9 4 R 4		   9 4 5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 + 8 9 4		   + 8 9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1 0 M 4 8		1 0 3 4 8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R = 5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R + H + O = 5 + 9 + 0 = 14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It is clear that E = 1 as MAD×E=MAD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From the hundred's line, M + A = 10 + M or 1 + M + A = 10 + M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A = 10 not possible, A = 9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So I = 0.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and From the thousand's line R + 1 = A. So R = 8.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 B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8 9  1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9 M 0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B×D = 1, B and D takes 3, 7 in some order.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If B = 7 and D = 3, then M93×7 =   _51 is not satisfying. So B = 3 and D = 7.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3 1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8  9  1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9 2 0 7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It is clear that E = 1 as MAD×E=MAD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From the hundred's line, M + A = 10 + M or 1 + M + A = 10 + M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A = 10 not possible, A = 9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So I = 0.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and From the thousand's line R + 1 = A. So R = 8.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 B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8 9  1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9 M 0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B×D = 1, B and D takes 3, 7 in some order.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If B = 7 and D = 3, then M93×7 =   _51 is not satisfying. So B = 3 and D = 7.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3 1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8  9  1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9 2 0 7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b3f087a09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1b3f087a0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b3f087a09_1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1b3f087a0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b3f087a09_1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1b3f087a09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b3f087a09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1b3f087a09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1b3f087a09_1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1b3f087a09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b3f087a09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1b3f087a09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b3f087a09_1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1b3f087a09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1b3fdd1d3c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1b3fdd1d3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b3fdd1d3c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1b3fdd1d3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4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8" name="Google Shape;3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4" name="Google Shape;4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5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5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5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learn.codemithra.com/" TargetMode="External"/><Relationship Id="rId4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425864" y="2035735"/>
            <a:ext cx="46908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  </a:t>
            </a:r>
            <a:r>
              <a:rPr b="1" lang="en-IN" sz="3600">
                <a:solidFill>
                  <a:schemeClr val="lt1"/>
                </a:solidFill>
              </a:rPr>
              <a:t>CRYPTARITHMETIC</a:t>
            </a:r>
            <a:endParaRPr b="1" i="0" sz="2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b3f087a09_1_2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cryptarithmetic puzzle is a mathematical exercise.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digits are represented by letters (or symbols). Usually some words represent a number.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Each letter represents a unique digit.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goal is to find the digits such that a given mathematical equation is verified.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1b3f087a09_1_28"/>
          <p:cNvSpPr txBox="1"/>
          <p:nvPr/>
        </p:nvSpPr>
        <p:spPr>
          <a:xfrm>
            <a:off x="2120825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/>
              <a:t>Cryptarithmetic</a:t>
            </a:r>
            <a:endParaRPr b="1" i="0" sz="20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b3fdd1d3c_0_2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Note that each Letter, Symbol represents only one digit throughout the problem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Numbers must not begin with zero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Aim is to find the value of each letter in the Cryptarithmetic problems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Carry over can only be 1 in Cryptarithmetic problems (observed while taking max value of the word, in some cases this may vary)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 the analysis of the following example problem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1b3fdd1d3c_0_2"/>
          <p:cNvSpPr txBox="1"/>
          <p:nvPr/>
        </p:nvSpPr>
        <p:spPr>
          <a:xfrm>
            <a:off x="2120825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Keys for </a:t>
            </a:r>
            <a:r>
              <a:rPr b="1" lang="en-IN" sz="2000">
                <a:solidFill>
                  <a:schemeClr val="dk1"/>
                </a:solidFill>
              </a:rPr>
              <a:t>Cryptarithmetic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b3fdd1d3c_0_7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 + BA = DAD			Find A, B and D?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1b3fdd1d3c_0_7"/>
          <p:cNvSpPr txBox="1"/>
          <p:nvPr/>
        </p:nvSpPr>
        <p:spPr>
          <a:xfrm>
            <a:off x="2120825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/>
              <a:t>Analysis and Approach</a:t>
            </a:r>
            <a:endParaRPr b="1" i="0" sz="20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6828330" y="4120750"/>
            <a:ext cx="222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720000" y="1440000"/>
            <a:ext cx="73974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HEE+SHE= GIHE, and we assume (I =2), where the alphabets take the values from</a:t>
            </a: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(0-9). Find the value of (S+H+E)?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A. 14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B. 12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C. 15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D. 11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720000" y="1440000"/>
            <a:ext cx="7800600" cy="3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have, HEE + SHE= GIHE   and  (I=2)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H  E  E  +            9  0  0  +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  H  E          1    3  9  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      ----------------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2  H  E          1    2  9  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      -----------------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S+H+E=3+9+0=12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YOUR + YOU = HEART, and we assume O=4, then find the value of  Y+U+R+E=?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15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16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17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18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lang="en-IN"/>
              <a:t>C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720000" y="1440001"/>
            <a:ext cx="7998000" cy="3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the value of O as 4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and E cannot be the same, so there should be a carry-over 1.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+ Y = 10, so E will take 0 and H as 1.  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+ Y = A (4 + 9 = 13) i.e. A = 3.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Now, U + O (4) =R (which can only be a single digit number), U cannot take 5, 3, 4 and only possibility will be 2.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U is 2, then R will be 6. R + U = T, 6 + 2 = 8(T = 8).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the value of Y + U + R + E = 9 + 2 + 6+ 0 = 17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USA + USSR = PEACE. Find  the value of  P + E + A + C + E?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11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720000" y="1440000"/>
            <a:ext cx="76494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+ USSR = PEACE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P is carry , P = 1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P = 1, E = 0 with carry 1 AND U = 9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+ R = E = 0 with carry 1.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A = 2 and R = 8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+ S = A = 2 with carry 1, S = 3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+ S + 1 = C, 3 + 3 + 1 = c = 7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932 + 9338 = 10270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,P + E + A + C + E = 1 + 0 + 2 + 7 + 0 = 10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EAT+EAT+EAT=BEET and T=0, then find the value of  TEE+TEE?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088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077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066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055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720000" y="1227125"/>
            <a:ext cx="79980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EAT+EAT+EAT = BEET.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T=0, no carry for A+A+A(3A).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values of A and E can be calculated by,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3A= E 2) 3A = 10+E 3) 3A = 20 + E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Largest carry generated by addition of three one digit number is 27(9+9+9). Hence value of E is less than 7 for equation 3.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Equation 3) Assume value of E is 7.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Therefore value of A=9 now carry + E + E + E = BE. (2) + (7) + (7) + (7) = 23.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7 is not equal to 3.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Contradict to our assumption.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another value of E as 4 for equation 3 E=4 therefore, A = 8.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carry + E + E + E = BE. (2) + (4) + (4) + (4) = 14.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value satisfied with our prediction.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E=4 A=8 and B=1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TEE + TEE = TAA 044 + 044 = 088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Above Equations A is integer.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take only those values which are divisible by 3.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62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HERE = COMES – SHE and we assume S=8,  find the value of R+H+O?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162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12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14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15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18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162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62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62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720000" y="1439998"/>
            <a:ext cx="79980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= COMES – SHE which can also be written as HERE + SHE = COMES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        HERE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        SHE   +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 ------------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 COMES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--------------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1, O = 0, H = 9, E + E = S = 8, 2 E =8, And E=4.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COMES – SHE = HERE, 9454 + 894 = 10348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+ H + O = 5 + 9 + 0 = 14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3" lvl="0" marL="116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MAD*BE =  MAD + RAE = AMID, then find the value of multiplication?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9341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9547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9207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9710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720000" y="1440000"/>
            <a:ext cx="7880100" cy="25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MAD  *  BE =  MAD  + RAE =    AMID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297    *  31  =  297    + 891  =     9207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the value of the multiplication is  9207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b3f087a09_1_51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DOG *GO = BOOO  +  APIG =  BBUDO. Find the value of multiplication then find the value of P and G?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9  and 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9  and 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8  and 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8  and 4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1b3f087a09_1_5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g31b3f087a09_1_5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720000" y="1440000"/>
            <a:ext cx="76500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DOG *  GO = BOOO  +  APIG =  BBUDO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486   *   68  = 3888     + 2916  =   33048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the value of P=9  and G=6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b3f087a09_1_59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GET*BY  = BABE  + GET = BEARE, then find the value of multiplication and the value of  E +T +B?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9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1b3f087a09_1_59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1b3f087a09_1_5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720000" y="1440000"/>
            <a:ext cx="76500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 *  BY  = BABE  + GET = BEARE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905  *  12   = 1810    + 905  = 10860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the value of  E+T+B= 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b3f087a09_1_65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EVER + SINCE = DARWIN assume (E=5),  then find the value of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+ A + R + W + I + N?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24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23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22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21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1b3f087a09_1_65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g31b3f087a09_1_6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720000" y="1440000"/>
            <a:ext cx="76500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 = 5653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= 97825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103478 = DARWIN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+ 0 + 3 + 4 + 7 + 8 = 23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KANSAS + OHIO = OREGON, assume O=5. Then find the value of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+ R + O + S + S?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7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720000" y="1440000"/>
            <a:ext cx="81123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KANSAS + OHIO = OREGON given the value of O = 5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KANSAS = 497292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OHIO = 5865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OREGON = 503157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+ R + O + S + S = 1 + 0 + 5 + 2 + 2 = 10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E A T + T H A T = A P P L E, what is the value of  A + T + L 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12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13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14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0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9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digit number (EAT) + 4 digit number(THAT) = 5 digit number(APPLE)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so, then A can be 1 and p can be 0.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Again here T is yielding a two digit number(10).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there must be a carry 1 and T = 9.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the expression becomes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1 9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H 1 9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——————-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0 0 L E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it is clear that E = 8 and L = 3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A + T + L = 1 + 9 + 3 =13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9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9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WAIT + ALL = GIFTS if A = 6, S = 5, then what's the value of  G + I + F + T?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11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12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13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2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A I T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 L       +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—————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I F T S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9 6 0 8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7 7       +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———–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1 0 2 8 5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G + I + F + T = 11</a:t>
            </a: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b3f087a09_1_71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CROSS+ROADS= DANGER assume (s=3), then find the value of D+A+N+G+E+R?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31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21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11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16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1b3f087a09_1_7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g31b3f087a09_1_7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b3f087a09_1_77"/>
          <p:cNvSpPr txBox="1"/>
          <p:nvPr>
            <p:ph idx="1" type="body"/>
          </p:nvPr>
        </p:nvSpPr>
        <p:spPr>
          <a:xfrm>
            <a:off x="720724" y="1364274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CROSS= 96233 ROADS=62513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DANGER=1+5+8+7+4+6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the sum of the all is 31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1b3f087a09_1_7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b3f087a09_1_8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EAT+THAT = APPLE, what is the sum of A+P+P+L+E?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1b3f087a09_1_82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g31b3f087a09_1_8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b3f087a09_1_88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given data, the value of A will be 1 because it is the only carry-over possible from the sum of 2 single digit number. T maximum it can take only 9 and there should a carryover for T to give sum as 2 digit number. So T =9, P = 0, A = 1. T + T = 18, the value of E is 8 and 1 will be a carry over to the next column. That is 1 + A + A= L = 3. And finally H = 2. Hence, 819 + 9219 = 10038. A+P+P+L=E = 1+0+0+3+8 = 12.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1b3f087a09_1_8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1b3fdd1d3c_0_1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 + NAG = GOAT, find the value of  G+O+A+T?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Cannot be determined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1b3fdd1d3c_0_12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g31b3fdd1d3c_0_1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b3fdd1d3c_0_18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single digit number the maximum carry it can have is 1, so G=1.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+ A = A, from this we can tell that O = 0. T + N = O (O should be a two digit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ending in zero, only then G will be 1). Sum of T and N should be 10 i.e.T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(6) + N (4) = 10.  M + G = T, from this we will get the value of M as 1. 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O=0, G=1, N=4, M=5, T=6 and the left out numbers are 2, 3, 7, 8, 9, from this 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take any value. There is no definite value for 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1b3fdd1d3c_0_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4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5" name="Google Shape;28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0010" y="915860"/>
            <a:ext cx="2855119" cy="2888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91" name="Google Shape;291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92" name="Google Shape;29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4" name="Google Shape;29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" name="Google Shape;297;p4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4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4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