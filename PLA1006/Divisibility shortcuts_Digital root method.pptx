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Robo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53">
          <p15:clr>
            <a:srgbClr val="FF0000"/>
          </p15:clr>
        </p15:guide>
        <p15:guide id="2" orient="horz" pos="904">
          <p15:clr>
            <a:srgbClr val="FF0000"/>
          </p15:clr>
        </p15:guide>
        <p15:guide id="3" orient="horz" pos="737">
          <p15:clr>
            <a:srgbClr val="00FF00"/>
          </p15:clr>
        </p15:guide>
        <p15:guide id="4" orient="horz" pos="397">
          <p15:clr>
            <a:srgbClr val="00FF00"/>
          </p15:clr>
        </p15:guide>
        <p15:guide id="5" pos="455">
          <p15:clr>
            <a:srgbClr val="FF00FF"/>
          </p15:clr>
        </p15:guide>
        <p15:guide id="6" pos="5270">
          <p15:clr>
            <a:srgbClr val="FF00FF"/>
          </p15:clr>
        </p15:guide>
      </p15:sldGuideLst>
    </p:ext>
    <p:ext uri="GoogleSlidesCustomDataVersion2">
      <go:slidesCustomData xmlns:go="http://customooxmlschemas.google.com/" r:id="rId42" roundtripDataSignature="AMtx7mjHg6VryTe216gjyRVPlVmWv4ol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53" orient="horz"/>
        <p:guide pos="904" orient="horz"/>
        <p:guide pos="737" orient="horz"/>
        <p:guide pos="397" orient="horz"/>
        <p:guide pos="455"/>
        <p:guide pos="527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font" Target="fonts/Robot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bold.fntdata"/><Relationship Id="rId16" Type="http://schemas.openxmlformats.org/officeDocument/2006/relationships/slide" Target="slides/slide11.xml"/><Relationship Id="rId38" Type="http://schemas.openxmlformats.org/officeDocument/2006/relationships/font" Target="fonts/Robo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071b9bbb8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071b9bbb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071b9bbb8b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071b9bbb8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71b9bbb8b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071b9bbb8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71b9bbb8b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071b9bbb8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071b9bbb8b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071b9bbb8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071b9bbb8b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071b9bbb8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071b9bbb8b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071b9bbb8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071b9bbb8b_0_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071b9bbb8b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071b9bbb8b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071b9bbb8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071b9bbb8b_0_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071b9bbb8b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071b9bbb8b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071b9bbb8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071b9bbb8b_0_1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071b9bbb8b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071b9bbb8b_0_2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071b9bbb8b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071b9bbb8b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071b9bbb8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071b9bbb8b_0_1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071b9bbb8b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71b9bbb8b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071b9bbb8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71b9bbb8b_0_1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071b9bbb8b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071b9bbb8b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071b9bbb8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071b9bbb8b_0_2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071b9bbb8b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071b9bbb8b_0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071b9bbb8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071b9bbb8b_0_2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071b9bbb8b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071b9bbb8b_0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071b9bbb8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071b9bbb8b_0_2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071b9bbb8b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071b9bbb8b_0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071b9bbb8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071b9bbb8b_0_2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071b9bbb8b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5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85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1_Title slid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8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8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" name="Google Shape;33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9" name="Google Shape;3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45" name="Google Shape;45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46" name="Google Shape;46;p39"/>
          <p:cNvPicPr preferRelativeResize="0"/>
          <p:nvPr/>
        </p:nvPicPr>
        <p:blipFill rotWithShape="1">
          <a:blip r:embed="rId3">
            <a:alphaModFix/>
          </a:blip>
          <a:srcRect b="37530" l="0" r="0" t="55603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9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39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" name="Google Shape;49;p39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" name="Google Shape;50;p39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hyperlink" Target="https://forms.gle/qugnnzyZfEBUFsff9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hyperlink" Target="https://learn.codemithra.com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jp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56" name="Google Shape;56;p5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7" name="Google Shape;5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5" name="Google Shape;65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6" name="Google Shape;6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8"/>
          <p:cNvSpPr txBox="1"/>
          <p:nvPr/>
        </p:nvSpPr>
        <p:spPr>
          <a:xfrm>
            <a:off x="474839" y="1955585"/>
            <a:ext cx="46908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DIVISIBILITY SHORTCUTS_DIGITAL ROOT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/>
        </p:nvSpPr>
        <p:spPr>
          <a:xfrm>
            <a:off x="0" y="129375"/>
            <a:ext cx="8816400" cy="4577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11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endParaRPr b="1" i="0" sz="18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18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185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endParaRPr b="1" i="0" sz="18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185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QR CODE:</a:t>
            </a:r>
            <a:endParaRPr b="1" i="0" sz="18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18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185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endParaRPr b="1" i="0" sz="18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185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b="1" i="0" sz="18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3" name="Google Shape;7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1719" y="2282971"/>
            <a:ext cx="3151589" cy="218268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 txBox="1"/>
          <p:nvPr/>
        </p:nvSpPr>
        <p:spPr>
          <a:xfrm>
            <a:off x="1512070" y="790840"/>
            <a:ext cx="651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 TIME ON SENTENCE CORRECTION(COMPARISON BASED)</a:t>
            </a:r>
            <a:endParaRPr b="0" i="0" sz="10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2250754" y="1536907"/>
            <a:ext cx="464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URL:</a:t>
            </a:r>
            <a:r>
              <a:rPr b="1" i="0" lang="en-US" sz="14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https://forms.gle/qugnnzyZfEBUFsff9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9"/>
          <p:cNvSpPr txBox="1"/>
          <p:nvPr/>
        </p:nvSpPr>
        <p:spPr>
          <a:xfrm>
            <a:off x="722325" y="1012450"/>
            <a:ext cx="7200900" cy="263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u="sng" cap="none" strike="noStrike">
                <a:solidFill>
                  <a:srgbClr val="28282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Dividing by 2:</a:t>
            </a:r>
            <a:endParaRPr b="1" i="0" u="sng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     1. All even numbers are divisible by 2. E.g., all numbers ending in 0, 2, 4, 6, or 8</a:t>
            </a:r>
            <a:endParaRPr b="0" i="0" u="none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u="sng" cap="none" strike="noStrike">
                <a:solidFill>
                  <a:srgbClr val="28282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Dividing by 3</a:t>
            </a:r>
            <a:endParaRPr b="1" i="0" u="sng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62230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Arial"/>
              <a:buAutoNum type="arabicPeriod"/>
            </a:pPr>
            <a:r>
              <a:rPr b="0" i="0" lang="en-US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Add up all the digits in the number.</a:t>
            </a:r>
            <a:endParaRPr b="0" i="0" u="none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622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Arial"/>
              <a:buAutoNum type="arabicPeriod"/>
            </a:pPr>
            <a:r>
              <a:rPr b="0" i="0" lang="en-US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Find out what the sum is. If the sum is divisible by 3, so is the number.</a:t>
            </a:r>
            <a:endParaRPr b="0" i="0" u="none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622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Arial"/>
              <a:buAutoNum type="arabicPeriod"/>
            </a:pPr>
            <a:r>
              <a:rPr b="0" i="0" lang="en-US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 example: 12123 (1+2+1+2+3=9) 9 is divisible by 3, therefore 12123 is too!</a:t>
            </a:r>
            <a:endParaRPr b="0" i="0" u="none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g3071b9bbb8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7219"/>
            <a:ext cx="9144003" cy="513628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071b9bbb8b_0_0"/>
          <p:cNvSpPr txBox="1"/>
          <p:nvPr/>
        </p:nvSpPr>
        <p:spPr>
          <a:xfrm>
            <a:off x="722325" y="1012450"/>
            <a:ext cx="7200900" cy="263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Dividing by 4</a:t>
            </a:r>
            <a:endParaRPr b="1" u="sng">
              <a:solidFill>
                <a:srgbClr val="28282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6223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Are the last two digits in your number divisible by 4?</a:t>
            </a:r>
            <a:endParaRPr>
              <a:solidFill>
                <a:srgbClr val="28282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622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If so, the number is too!</a:t>
            </a:r>
            <a:endParaRPr>
              <a:solidFill>
                <a:srgbClr val="28282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622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For </a:t>
            </a:r>
            <a:r>
              <a:rPr b="1" lang="en-US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example</a:t>
            </a:r>
            <a:r>
              <a:rPr lang="en-US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:is  358912 divisible by 4?</a:t>
            </a:r>
            <a:endParaRPr>
              <a:solidFill>
                <a:srgbClr val="28282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622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ends in 12 which is divisible by 4, and so is 358912.</a:t>
            </a:r>
            <a:endParaRPr>
              <a:solidFill>
                <a:srgbClr val="28282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Dividing by 5</a:t>
            </a:r>
            <a:endParaRPr b="1" u="sng">
              <a:solidFill>
                <a:srgbClr val="28282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6223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Numbers ending in 5 or 0 are always divisible by 5.</a:t>
            </a:r>
            <a:endParaRPr>
              <a:solidFill>
                <a:srgbClr val="28282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Dividing by 6</a:t>
            </a:r>
            <a:endParaRPr b="1" u="sng">
              <a:solidFill>
                <a:srgbClr val="28282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6223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If the number is divisible by 2 and 3, it is also divisible by 6</a:t>
            </a:r>
            <a:endParaRPr b="1" u="sng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071b9bbb8b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7219"/>
            <a:ext cx="9144003" cy="513628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071b9bbb8b_0_5"/>
          <p:cNvSpPr txBox="1"/>
          <p:nvPr/>
        </p:nvSpPr>
        <p:spPr>
          <a:xfrm>
            <a:off x="722325" y="1012450"/>
            <a:ext cx="7200900" cy="263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Dividing by 7</a:t>
            </a:r>
            <a:endParaRPr b="1" u="sng">
              <a:solidFill>
                <a:srgbClr val="28282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8282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6223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Take the last digit in a number.</a:t>
            </a:r>
            <a:endParaRPr>
              <a:solidFill>
                <a:srgbClr val="28282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622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Double and subtract the last digit in your number from the rest of the digits.</a:t>
            </a:r>
            <a:endParaRPr>
              <a:solidFill>
                <a:srgbClr val="28282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622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Repeat the process for larger numbers.</a:t>
            </a:r>
            <a:endParaRPr>
              <a:solidFill>
                <a:srgbClr val="28282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622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b="1" lang="en-US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Example</a:t>
            </a:r>
            <a:r>
              <a:rPr lang="en-US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: Take 357. Double the 7 to get 14. Subtract 14 from 35 to get 21, which is divisible by 7, and we can now say that 357 is divisible by 7.</a:t>
            </a:r>
            <a:endParaRPr b="1" u="sng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071b9bbb8b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7219"/>
            <a:ext cx="9144003" cy="513628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071b9bbb8b_0_10"/>
          <p:cNvSpPr txBox="1"/>
          <p:nvPr/>
        </p:nvSpPr>
        <p:spPr>
          <a:xfrm>
            <a:off x="722325" y="1012450"/>
            <a:ext cx="7200900" cy="263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u="sng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Dividing by 8</a:t>
            </a:r>
            <a:endParaRPr b="1" u="sng">
              <a:solidFill>
                <a:srgbClr val="28282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6223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If the last 3 digits are divisible by 8, so is the entire number is divisble by 8.</a:t>
            </a:r>
            <a:endParaRPr>
              <a:solidFill>
                <a:srgbClr val="28282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622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b="1" lang="en-US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Example</a:t>
            </a:r>
            <a:r>
              <a:rPr lang="en-US">
                <a:solidFill>
                  <a:srgbClr val="28282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: 6008. The last 3 digits are divisible by 8, meaning 6008 is as well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071b9bbb8b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7219"/>
            <a:ext cx="9144003" cy="513628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071b9bbb8b_0_15"/>
          <p:cNvSpPr txBox="1"/>
          <p:nvPr/>
        </p:nvSpPr>
        <p:spPr>
          <a:xfrm>
            <a:off x="722325" y="1012450"/>
            <a:ext cx="7200900" cy="263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Dividing by 9</a:t>
            </a:r>
            <a:endParaRPr b="1" u="sng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6223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Almost the same rule and dividing by 3. Add up all the digits in the number.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622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Find out what the sum is. If the sum is divisible by 9, so is the number.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622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For example: 43785 (4+3+7+8+5=27) 27 is divisible by 9, therefore 43785 is too!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Dividing by 10</a:t>
            </a:r>
            <a:endParaRPr b="1" u="sng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6223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If the number ends in a 0, it is divisible by 10.</a:t>
            </a:r>
            <a:endParaRPr b="1" u="sng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071b9bbb8b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7219"/>
            <a:ext cx="9144003" cy="513628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071b9bbb8b_0_20"/>
          <p:cNvSpPr txBox="1"/>
          <p:nvPr/>
        </p:nvSpPr>
        <p:spPr>
          <a:xfrm>
            <a:off x="722325" y="1012450"/>
            <a:ext cx="7200900" cy="263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b="1" lang="en-US" u="sng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Dividing by 11: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 the sum of the digits in the even places and the sum of the digits in the odd places.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the differences between the two sums is 0 or a multiple of 11, then the given number would be divisible by 11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example, 72545.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Digits in odd places - 7,5,5. Sum of these digits is 17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Digits in even places - 2,4. Sum of these 2 digits is 6.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Difference between both the sums = 17 - 6 = 11.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Thus sum is divisible by ,Hence 72545 would be divisible by 11.</a:t>
            </a:r>
            <a:endParaRPr b="1" u="sng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3071b9bbb8b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7219"/>
            <a:ext cx="9144003" cy="513628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071b9bbb8b_0_25"/>
          <p:cNvSpPr txBox="1"/>
          <p:nvPr/>
        </p:nvSpPr>
        <p:spPr>
          <a:xfrm>
            <a:off x="722325" y="1012450"/>
            <a:ext cx="7200900" cy="263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b="1" lang="en-US" u="sng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Dividing by 12:</a:t>
            </a:r>
            <a:endParaRPr b="1" u="sng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number is divisible by 4 &amp; 3,it is also divisible by 12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b="1" lang="en-US" u="sng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Dividing by 13</a:t>
            </a:r>
            <a:endParaRPr b="1" u="sng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Divisibility of 13 is similar to the method 2 mentioned in divisibility of 7. Assume a number abcdefghij. In this method, the number is divided into blocks of 3 digits each beginning from the right, i.e. a | bcd | efg | hij and alternate blocks are added to give two number N1 = a + efg and N2 = bcd + hij. If the difference of the numbers N1 and N2, i.e. N1 - N2 is divisible by 13, then the number abcdefghij is divisible by 13 too.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For example, 6517739020 → 6 | 517 | 739 | 020 → N1 = 745 and N2 = 537 → N1 - N2 = 208 which is divisible by 13.</a:t>
            </a:r>
            <a:endParaRPr b="1" u="sng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g3071b9bbb8b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7219"/>
            <a:ext cx="9144003" cy="513628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071b9bbb8b_0_30"/>
          <p:cNvSpPr txBox="1"/>
          <p:nvPr/>
        </p:nvSpPr>
        <p:spPr>
          <a:xfrm>
            <a:off x="722325" y="1012450"/>
            <a:ext cx="7200900" cy="263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b="1" lang="en-US" u="sng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Dividing 14:</a:t>
            </a:r>
            <a:endParaRPr b="1" u="sng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number is divisible by 7 &amp; 2,it is also divisible by 14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b="1" lang="en-US" u="sng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Dividing by 15: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number is divisible by 5 &amp; 3,it is also divisible by 15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b="1" lang="en-US" u="sng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Dividing by 16:</a:t>
            </a:r>
            <a:endParaRPr b="1" u="sng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If the last 4 digits are divisible by 16, so is the entire number is divisible by 16.</a:t>
            </a:r>
            <a:endParaRPr b="1" u="sng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67"/>
          <p:cNvSpPr txBox="1"/>
          <p:nvPr/>
        </p:nvSpPr>
        <p:spPr>
          <a:xfrm>
            <a:off x="722375" y="1435600"/>
            <a:ext cx="6989400" cy="263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Which digits should come in place of * and $ if the number 4675*2$ is divisible by both 5 &amp; 8?</a:t>
            </a:r>
            <a:endParaRPr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4,0</a:t>
            </a:r>
            <a:endParaRPr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4,5</a:t>
            </a:r>
            <a:endParaRPr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1,0</a:t>
            </a:r>
            <a:endParaRPr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8,0</a:t>
            </a:r>
            <a:endParaRPr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6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C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67"/>
          <p:cNvSpPr txBox="1"/>
          <p:nvPr/>
        </p:nvSpPr>
        <p:spPr>
          <a:xfrm>
            <a:off x="6057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071b9bbb8b_0_16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g3071b9bbb8b_0_168"/>
          <p:cNvSpPr txBox="1"/>
          <p:nvPr/>
        </p:nvSpPr>
        <p:spPr>
          <a:xfrm>
            <a:off x="745950" y="1435100"/>
            <a:ext cx="7652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76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Since the given number is divisible by 5, 0 or 5 must come in place of $. But a number ending with 5 is never divisible with 8 because a divisible number must be even. Therefore 0 will replace $. If the number is divisible by 8, the number formed by last three digits must be divisible by 8. The number *20 must be divisible by 8. Among all 4 options, only placing 1 in place of * makes it divisible by 8.</a:t>
            </a:r>
            <a:endParaRPr/>
          </a:p>
        </p:txBody>
      </p:sp>
      <p:sp>
        <p:nvSpPr>
          <p:cNvPr id="138" name="Google Shape;138;g3071b9bbb8b_0_168"/>
          <p:cNvSpPr txBox="1"/>
          <p:nvPr/>
        </p:nvSpPr>
        <p:spPr>
          <a:xfrm>
            <a:off x="7223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071b9bbb8b_0_3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g3071b9bbb8b_0_35"/>
          <p:cNvSpPr txBox="1"/>
          <p:nvPr/>
        </p:nvSpPr>
        <p:spPr>
          <a:xfrm>
            <a:off x="722375" y="1435600"/>
            <a:ext cx="6989400" cy="263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largest 4 digit number exactly divisible by 5, 6 and 7 is: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9980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9870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9540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9640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g3071b9bbb8b_0_3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US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b="1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g3071b9bbb8b_0_35"/>
          <p:cNvSpPr txBox="1"/>
          <p:nvPr/>
        </p:nvSpPr>
        <p:spPr>
          <a:xfrm>
            <a:off x="6057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071b9bbb8b_0_17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g3071b9bbb8b_0_178"/>
          <p:cNvSpPr txBox="1"/>
          <p:nvPr/>
        </p:nvSpPr>
        <p:spPr>
          <a:xfrm>
            <a:off x="745950" y="1435100"/>
            <a:ext cx="76521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required number must be divisible by L.C.M. of 5,6 and 7.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L.C.M. of 5, 6 and 7 = 5 x 6 x 7 = 210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Let us divide 9999 by 210.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210) 9999 (47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 840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----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 1599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 1470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 ----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  129     Required number = 9999 – 129 = 9870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g3071b9bbb8b_0_178"/>
          <p:cNvSpPr txBox="1"/>
          <p:nvPr/>
        </p:nvSpPr>
        <p:spPr>
          <a:xfrm>
            <a:off x="7223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071b9bbb8b_0_4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g3071b9bbb8b_0_42"/>
          <p:cNvSpPr txBox="1"/>
          <p:nvPr/>
        </p:nvSpPr>
        <p:spPr>
          <a:xfrm>
            <a:off x="722375" y="1435600"/>
            <a:ext cx="6989400" cy="263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What should be the value of * in 985*865, if number is divisible by 9?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6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5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4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0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g3071b9bbb8b_0_42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C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g3071b9bbb8b_0_42"/>
          <p:cNvSpPr txBox="1"/>
          <p:nvPr/>
        </p:nvSpPr>
        <p:spPr>
          <a:xfrm>
            <a:off x="6057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71b9bbb8b_0_18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g3071b9bbb8b_0_184"/>
          <p:cNvSpPr txBox="1"/>
          <p:nvPr/>
        </p:nvSpPr>
        <p:spPr>
          <a:xfrm>
            <a:off x="745950" y="1435100"/>
            <a:ext cx="76521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3300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If a number is divisible by 9, the sum of digits is also divisible by 9</a:t>
            </a:r>
            <a:endParaRPr>
              <a:solidFill>
                <a:srgbClr val="003300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9 + 8 + 5 + * + 8 + 6 + 5 = 9x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41 + * = 9x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Nearest value of 9x must be 45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41 + * = 45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01600" marR="101600" rtl="0" algn="l">
              <a:lnSpc>
                <a:spcPct val="158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  * = 4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g3071b9bbb8b_0_184"/>
          <p:cNvSpPr txBox="1"/>
          <p:nvPr/>
        </p:nvSpPr>
        <p:spPr>
          <a:xfrm>
            <a:off x="7223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071b9bbb8b_0_29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g3071b9bbb8b_0_290"/>
          <p:cNvSpPr txBox="1"/>
          <p:nvPr/>
        </p:nvSpPr>
        <p:spPr>
          <a:xfrm>
            <a:off x="745950" y="1435100"/>
            <a:ext cx="7652100" cy="3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Sol. LCM of 4, 5 and 6 = 60 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Quotient on dividing 800 by 60 = 13 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Quotient on dividing 400 by 60 = 6 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∴ Required answer = 13 – 6 = 7 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LCM of 4, 5 and 6 = 60. (or)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first number divisible by 60 between 400 is 420 and the last one is 780.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We can treat it as an AP to get the number of multiples of 60 as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Tn = a+(n-1)d, or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780 = 420 + (n-1)*60, or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360 = (n-1)*60, or n-1 = 6 So n = 7. There are 7 numbers between 400 and 800 that are divisible by 60 or 4, 5 and 6.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g3071b9bbb8b_0_290"/>
          <p:cNvSpPr txBox="1"/>
          <p:nvPr/>
        </p:nvSpPr>
        <p:spPr>
          <a:xfrm>
            <a:off x="7223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071b9bbb8b_0_4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g3071b9bbb8b_0_49"/>
          <p:cNvSpPr txBox="1"/>
          <p:nvPr/>
        </p:nvSpPr>
        <p:spPr>
          <a:xfrm>
            <a:off x="722375" y="1435600"/>
            <a:ext cx="6989400" cy="263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What is the value of M and N respectively? If M39048458N is divisible by 8 and 11; where M and N are single digit integers?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7, 8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8, 6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6, 4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5, 4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g3071b9bbb8b_0_4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C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g3071b9bbb8b_0_49"/>
          <p:cNvSpPr txBox="1"/>
          <p:nvPr/>
        </p:nvSpPr>
        <p:spPr>
          <a:xfrm>
            <a:off x="6057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071b9bbb8b_0_19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g3071b9bbb8b_0_190"/>
          <p:cNvSpPr txBox="1"/>
          <p:nvPr/>
        </p:nvSpPr>
        <p:spPr>
          <a:xfrm>
            <a:off x="745950" y="1435100"/>
            <a:ext cx="7652100" cy="29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Test of Divisibility by 8</a:t>
            </a: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: If the last three digits of a number are divisible by 8, then the number is divisible by 8.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Here, last three digits 58N are divisible by 8 if N = 4 because 584 is divisible by 8.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Test of Divisibility by 11</a:t>
            </a: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If the digits at odd and even places of a given number are equal or differ by a number divisible by 11, then the given number is divisible by 11.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Therefore, (M + 9 + 4 + 4 + 8) - (3 + 0 + 8 + 5 + N) = (M + 5) should be divisible by 11; this condition is satisfied when M = 6.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g3071b9bbb8b_0_190"/>
          <p:cNvSpPr txBox="1"/>
          <p:nvPr/>
        </p:nvSpPr>
        <p:spPr>
          <a:xfrm>
            <a:off x="7223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71b9bbb8b_0_5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g3071b9bbb8b_0_56"/>
          <p:cNvSpPr txBox="1"/>
          <p:nvPr/>
        </p:nvSpPr>
        <p:spPr>
          <a:xfrm>
            <a:off x="722375" y="1435600"/>
            <a:ext cx="6989400" cy="263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What is the smallest number that should be added to 27452 to make it exactly divisible by 9?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       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     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7     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8       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g3071b9bbb8b_0_56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C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g3071b9bbb8b_0_56"/>
          <p:cNvSpPr txBox="1"/>
          <p:nvPr/>
        </p:nvSpPr>
        <p:spPr>
          <a:xfrm>
            <a:off x="6057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071b9bbb8b_0_19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g3071b9bbb8b_0_196"/>
          <p:cNvSpPr txBox="1"/>
          <p:nvPr/>
        </p:nvSpPr>
        <p:spPr>
          <a:xfrm>
            <a:off x="745950" y="1435100"/>
            <a:ext cx="7652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If a number is divisible by 9, then the sum of its digits must be a multiple of 9.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Here, 2+7+4+5+2=20, the next multiple of 9 is 27.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7 must be added to </a:t>
            </a:r>
            <a:r>
              <a:rPr b="1"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27452</a:t>
            </a: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to make it divisible by 9.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g3071b9bbb8b_0_196"/>
          <p:cNvSpPr txBox="1"/>
          <p:nvPr/>
        </p:nvSpPr>
        <p:spPr>
          <a:xfrm>
            <a:off x="7223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071b9bbb8b_0_6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g3071b9bbb8b_0_63"/>
          <p:cNvSpPr txBox="1"/>
          <p:nvPr/>
        </p:nvSpPr>
        <p:spPr>
          <a:xfrm>
            <a:off x="722375" y="1435600"/>
            <a:ext cx="6989400" cy="263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What is the missing digit which makes the number 9724* exactly divisible by 6?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2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4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5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6         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g3071b9bbb8b_0_6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US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g3071b9bbb8b_0_63"/>
          <p:cNvSpPr txBox="1"/>
          <p:nvPr/>
        </p:nvSpPr>
        <p:spPr>
          <a:xfrm>
            <a:off x="6057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71b9bbb8b_0_20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g3071b9bbb8b_0_202"/>
          <p:cNvSpPr txBox="1"/>
          <p:nvPr/>
        </p:nvSpPr>
        <p:spPr>
          <a:xfrm>
            <a:off x="745950" y="1435100"/>
            <a:ext cx="76521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conditions must be met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i) Unit digit be Zero or even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ii) Sum of digits be divisible by 3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given number is 9724*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Sum of the digits =(9 +7 +2 +4 +*) =22+*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digit which on being added to 22 will give the sum divisible by 3 are 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(22+2) =24 and (22 +5)=7.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 and 7 satisfy the condition ii.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blank space is at unit's place. So the missing digit must satisfy the condition (i) also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 Out of 2 and 5, only 2 is even.</a:t>
            </a:r>
            <a:endParaRPr/>
          </a:p>
        </p:txBody>
      </p:sp>
      <p:sp>
        <p:nvSpPr>
          <p:cNvPr id="220" name="Google Shape;220;g3071b9bbb8b_0_202"/>
          <p:cNvSpPr txBox="1"/>
          <p:nvPr/>
        </p:nvSpPr>
        <p:spPr>
          <a:xfrm>
            <a:off x="7223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06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071b9bbb8b_0_7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g3071b9bbb8b_0_70"/>
          <p:cNvSpPr txBox="1"/>
          <p:nvPr/>
        </p:nvSpPr>
        <p:spPr>
          <a:xfrm>
            <a:off x="722375" y="1435600"/>
            <a:ext cx="6989400" cy="263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What is the least value of x such that 7648x is divisible by 11?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        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3     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4     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g3071b9bbb8b_0_70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C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g3071b9bbb8b_0_70"/>
          <p:cNvSpPr txBox="1"/>
          <p:nvPr/>
        </p:nvSpPr>
        <p:spPr>
          <a:xfrm>
            <a:off x="6057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071b9bbb8b_0_20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g3071b9bbb8b_0_208"/>
          <p:cNvSpPr txBox="1"/>
          <p:nvPr/>
        </p:nvSpPr>
        <p:spPr>
          <a:xfrm>
            <a:off x="745950" y="1435100"/>
            <a:ext cx="7652100" cy="28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 number is divisible by 11 when the difference between the sum of digits at even places and at odd places is 0 or multiple of 11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given number is 7648x.  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(Sum of digits at EVEN places) – (sum of digits at ODD places)=0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                       (6 + 8 )	    –            ( X + 7 + 4 )                 = 0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                              14            –               ( X + 11 )                  = 0   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                 	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Here the value of x must be 3.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So, the least value of x is 3.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g3071b9bbb8b_0_208"/>
          <p:cNvSpPr txBox="1"/>
          <p:nvPr/>
        </p:nvSpPr>
        <p:spPr>
          <a:xfrm>
            <a:off x="7223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07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071b9bbb8b_0_7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g3071b9bbb8b_0_77"/>
          <p:cNvSpPr txBox="1"/>
          <p:nvPr/>
        </p:nvSpPr>
        <p:spPr>
          <a:xfrm>
            <a:off x="722375" y="1435600"/>
            <a:ext cx="6989400" cy="263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If the number </a:t>
            </a:r>
            <a:r>
              <a:rPr b="1"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46490#</a:t>
            </a: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is exactly divisible by 72,then the minimum value of </a:t>
            </a:r>
            <a:r>
              <a:rPr b="1"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#</a:t>
            </a: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is?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A. 8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B. 7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C. 1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D. 4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g3071b9bbb8b_0_7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r>
              <a:rPr b="1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="1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g3071b9bbb8b_0_77"/>
          <p:cNvSpPr txBox="1"/>
          <p:nvPr/>
        </p:nvSpPr>
        <p:spPr>
          <a:xfrm>
            <a:off x="6057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071b9bbb8b_0_21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g3071b9bbb8b_0_214"/>
          <p:cNvSpPr txBox="1"/>
          <p:nvPr/>
        </p:nvSpPr>
        <p:spPr>
          <a:xfrm>
            <a:off x="745950" y="1435100"/>
            <a:ext cx="76521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Split 72 into co-primes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i.e. 72 = 8 x 9, </a:t>
            </a:r>
            <a:r>
              <a:rPr b="1"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&amp; </a:t>
            </a:r>
            <a:r>
              <a:rPr b="1"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are co-primes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number is divisible by both 8 &amp; 9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(4 + 6 + 4 + 9 + 0 + #) = 23 + #, least number of # is 4, 27 is divisible by 9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Last three digit now becomes 904 which is divisible by 8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So that value of </a:t>
            </a:r>
            <a:r>
              <a:rPr b="1"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# = 4</a:t>
            </a:r>
            <a:endParaRPr/>
          </a:p>
        </p:txBody>
      </p:sp>
      <p:sp>
        <p:nvSpPr>
          <p:cNvPr id="250" name="Google Shape;250;g3071b9bbb8b_0_214"/>
          <p:cNvSpPr txBox="1"/>
          <p:nvPr/>
        </p:nvSpPr>
        <p:spPr>
          <a:xfrm>
            <a:off x="7223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08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071b9bbb8b_0_8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g3071b9bbb8b_0_84"/>
          <p:cNvSpPr txBox="1"/>
          <p:nvPr/>
        </p:nvSpPr>
        <p:spPr>
          <a:xfrm>
            <a:off x="722375" y="1435600"/>
            <a:ext cx="6989400" cy="263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If the product 3252 * 9</a:t>
            </a:r>
            <a:r>
              <a:rPr b="1"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 is divisible by 12, the value of </a:t>
            </a:r>
            <a:r>
              <a:rPr b="1"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is: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A. 8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B. 5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C. 2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D. 1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g3071b9bbb8b_0_84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US"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="1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g3071b9bbb8b_0_84"/>
          <p:cNvSpPr txBox="1"/>
          <p:nvPr/>
        </p:nvSpPr>
        <p:spPr>
          <a:xfrm>
            <a:off x="6057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071b9bbb8b_0_22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g3071b9bbb8b_0_220"/>
          <p:cNvSpPr txBox="1"/>
          <p:nvPr/>
        </p:nvSpPr>
        <p:spPr>
          <a:xfrm>
            <a:off x="745950" y="1435100"/>
            <a:ext cx="76521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Explanation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Split 12 into co-primes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i.e. 12 = 3 x 4, </a:t>
            </a:r>
            <a:r>
              <a:rPr b="1"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&amp; </a:t>
            </a:r>
            <a:r>
              <a:rPr b="1"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are co-primes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number should be divisible by both 3 &amp; 4. Clearly the number 3252 is divisible by 4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So 9P2 must be divisible by 3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So (9 + P + 2) = 11 + P, least value of P is 1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number 12 is divisible by 3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i.e. value of </a:t>
            </a:r>
            <a:r>
              <a:rPr b="1"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 = 1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g3071b9bbb8b_0_220"/>
          <p:cNvSpPr txBox="1"/>
          <p:nvPr/>
        </p:nvSpPr>
        <p:spPr>
          <a:xfrm>
            <a:off x="7223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09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5"/>
          <p:cNvSpPr/>
          <p:nvPr/>
        </p:nvSpPr>
        <p:spPr>
          <a:xfrm>
            <a:off x="555120" y="915840"/>
            <a:ext cx="754488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1" name="Google Shape;271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85"/>
          <p:cNvSpPr/>
          <p:nvPr/>
        </p:nvSpPr>
        <p:spPr>
          <a:xfrm>
            <a:off x="1634729" y="4055269"/>
            <a:ext cx="5183981" cy="28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278" name="Google Shape;278;p8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79" name="Google Shape;27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86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1" name="Google Shape;281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86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4" name="Google Shape;284;p86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86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6" name="Google Shape;286;p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86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8" name="Google Shape;288;p86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</cp:coreProperties>
</file>