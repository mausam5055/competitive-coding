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Robot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55">
          <p15:clr>
            <a:srgbClr val="FF0000"/>
          </p15:clr>
        </p15:guide>
        <p15:guide id="2" orient="horz" pos="907">
          <p15:clr>
            <a:srgbClr val="FF0000"/>
          </p15:clr>
        </p15:guide>
        <p15:guide id="3" orient="horz" pos="737">
          <p15:clr>
            <a:srgbClr val="00FF00"/>
          </p15:clr>
        </p15:guide>
        <p15:guide id="4" orient="horz" pos="397">
          <p15:clr>
            <a:srgbClr val="00FF00"/>
          </p15:clr>
        </p15:guide>
        <p15:guide id="5" pos="454">
          <p15:clr>
            <a:srgbClr val="FF00FF"/>
          </p15:clr>
        </p15:guide>
        <p15:guide id="6" pos="5272">
          <p15:clr>
            <a:srgbClr val="FF00FF"/>
          </p15:clr>
        </p15:guide>
      </p15:sldGuideLst>
    </p:ext>
    <p:ext uri="GoogleSlidesCustomDataVersion2">
      <go:slidesCustomData xmlns:go="http://customooxmlschemas.google.com/" r:id="rId45" roundtripDataSignature="AMtx7mhBR6+rkBb50WG5DwOnVgBaC0C/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55" orient="horz"/>
        <p:guide pos="907" orient="horz"/>
        <p:guide pos="737" orient="horz"/>
        <p:guide pos="397" orient="horz"/>
        <p:guide pos="454"/>
        <p:guide pos="52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22" Type="http://schemas.openxmlformats.org/officeDocument/2006/relationships/slide" Target="slides/slide17.xml"/><Relationship Id="rId44" Type="http://schemas.openxmlformats.org/officeDocument/2006/relationships/font" Target="fonts/Roboto-boldItalic.fntdata"/><Relationship Id="rId21" Type="http://schemas.openxmlformats.org/officeDocument/2006/relationships/slide" Target="slides/slide16.xml"/><Relationship Id="rId43" Type="http://schemas.openxmlformats.org/officeDocument/2006/relationships/font" Target="fonts/Roboto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1b3f087a09_1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1b3f087a09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It tests your constraint programming skills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Logic: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H, E and S are three different numbers and digits are interchanged in both the numbers.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Assume Max value of HEE+SHE = 999+999 = 1998 (note it's not possible)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G cannot be equal to 0 =&gt; means G has to be 1 (as max value is 1998-&gt;only possibility is 1)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Hence, G = 1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Now, considering unit’s digit E + E = E : only possibility of E is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Hence, E = 0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Now,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   H 0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 </a:t>
            </a:r>
            <a:r>
              <a:rPr lang="en-IN" u="sng">
                <a:solidFill>
                  <a:schemeClr val="dk1"/>
                </a:solidFill>
              </a:rPr>
              <a:t>+S H 0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</a:t>
            </a:r>
            <a:r>
              <a:rPr lang="en-IN" u="sng">
                <a:solidFill>
                  <a:schemeClr val="dk1"/>
                </a:solidFill>
              </a:rPr>
              <a:t>1 I H 0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</a:t>
            </a:r>
            <a:r>
              <a:rPr lang="en-IN">
                <a:solidFill>
                  <a:schemeClr val="dk1"/>
                </a:solidFill>
              </a:rPr>
              <a:t>Note: H cannot be 0,1, 2 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Considering, H = 3, we get 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3 0 0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</a:t>
            </a:r>
            <a:r>
              <a:rPr lang="en-IN" u="sng">
                <a:solidFill>
                  <a:schemeClr val="dk1"/>
                </a:solidFill>
              </a:rPr>
              <a:t>+S 3 0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</a:t>
            </a:r>
            <a:r>
              <a:rPr lang="en-IN" u="sng">
                <a:solidFill>
                  <a:schemeClr val="dk1"/>
                </a:solidFill>
              </a:rPr>
              <a:t>1 I 3 0		</a:t>
            </a:r>
            <a:r>
              <a:rPr lang="en-IN">
                <a:solidFill>
                  <a:schemeClr val="dk1"/>
                </a:solidFill>
              </a:rPr>
              <a:t>Here S must be 9 for G to be 1 and I to be 2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Hence, S = 9 when H  = 3.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Therefore, S+H+E=3+9+0=12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Extraa Shot: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Also note the possibilities that H = 7, then S must be 5 and the sum of SHE == 12 (always, the values of S and H can differ)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Verify: 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 7 0 0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</a:t>
            </a:r>
            <a:r>
              <a:rPr lang="en-IN" u="sng">
                <a:solidFill>
                  <a:schemeClr val="dk1"/>
                </a:solidFill>
              </a:rPr>
              <a:t>+S 7 0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</a:t>
            </a:r>
            <a:r>
              <a:rPr lang="en-IN" u="sng">
                <a:solidFill>
                  <a:schemeClr val="dk1"/>
                </a:solidFill>
              </a:rPr>
              <a:t>1 I 3 0</a:t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S will be 5 and sum will be 12</a:t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Logic: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H, E and S are three different numbers and digits are interchanged in both the numbers.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Assume Max value of HEE+SHE = 999+999 = 1998 (note it's not possible)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G cannot be equal to 0 =&gt; means G has to be 1 (as max value is 1998-&gt;only possibility is 1)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Hence, G = 1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Now, considering unit’s digit E + E = E : only possibility of E is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Hence, E = 0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Now,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   H 0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 </a:t>
            </a:r>
            <a:r>
              <a:rPr lang="en-IN" u="sng">
                <a:solidFill>
                  <a:schemeClr val="dk1"/>
                </a:solidFill>
              </a:rPr>
              <a:t>+S H 0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</a:t>
            </a:r>
            <a:r>
              <a:rPr lang="en-IN" u="sng">
                <a:solidFill>
                  <a:schemeClr val="dk1"/>
                </a:solidFill>
              </a:rPr>
              <a:t>1 I H 0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</a:t>
            </a:r>
            <a:r>
              <a:rPr lang="en-IN">
                <a:solidFill>
                  <a:schemeClr val="dk1"/>
                </a:solidFill>
              </a:rPr>
              <a:t>Note: H cannot be 0,1, 2 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Considering, H = 3, we get 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3 0 0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</a:t>
            </a:r>
            <a:r>
              <a:rPr lang="en-IN" u="sng">
                <a:solidFill>
                  <a:schemeClr val="dk1"/>
                </a:solidFill>
              </a:rPr>
              <a:t>+S 3 0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</a:t>
            </a:r>
            <a:r>
              <a:rPr lang="en-IN" u="sng">
                <a:solidFill>
                  <a:schemeClr val="dk1"/>
                </a:solidFill>
              </a:rPr>
              <a:t>1 I 3 0		</a:t>
            </a:r>
            <a:r>
              <a:rPr lang="en-IN">
                <a:solidFill>
                  <a:schemeClr val="dk1"/>
                </a:solidFill>
              </a:rPr>
              <a:t>Here S must be 9 for G to be 1 and I to be 2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Hence, S = 9 when H  = 3.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Therefore, S+H+E=3+9+0=12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Extraa Shot: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Also note the possibilities that H = 7, then S must be 5 and the sum of SHE == 12 (always, the values of S and H can differ)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Verify: 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 7 0 0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</a:t>
            </a:r>
            <a:r>
              <a:rPr lang="en-IN" u="sng">
                <a:solidFill>
                  <a:schemeClr val="dk1"/>
                </a:solidFill>
              </a:rPr>
              <a:t>+S 7 0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</a:t>
            </a:r>
            <a:r>
              <a:rPr lang="en-IN" u="sng">
                <a:solidFill>
                  <a:schemeClr val="dk1"/>
                </a:solidFill>
              </a:rPr>
              <a:t>1 I 3 0</a:t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S will be 5 and sum will be 12</a:t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C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Logic: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Different numbers are assigned to different letters with O = 4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Assume Max value,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Y O U R		   9 4 9 9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</a:t>
            </a:r>
            <a:r>
              <a:rPr lang="en-IN" u="sng">
                <a:solidFill>
                  <a:schemeClr val="dk1"/>
                </a:solidFill>
              </a:rPr>
              <a:t> + Y O U		   + 9 4 9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H E A R T		1 0 4 4 8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Also we can assume Y to be 8 or 7 or a lower number, but we will not get the lakh’s digit (H) in the resulting sum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Hence we get Y = 9, H = 1 and E = 0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Y O U R		   9 4 U R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</a:t>
            </a:r>
            <a:r>
              <a:rPr lang="en-IN" u="sng">
                <a:solidFill>
                  <a:schemeClr val="dk1"/>
                </a:solidFill>
              </a:rPr>
              <a:t> + Y O U		   + 9 4 U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H E A R T		1 0 4 R T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 A = 4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Now, for the value of U and R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U cannot be 0,1,3,4 and 9 (as they corresponds to other letters)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Assuming U = 2 , R as 5 : not possible as 2 + 4 = 6 (therefore R should be 6)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Hence, U = 2 and R = 6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Now, 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Y O U R		   9 4 2 6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</a:t>
            </a:r>
            <a:r>
              <a:rPr lang="en-IN" u="sng">
                <a:solidFill>
                  <a:schemeClr val="dk1"/>
                </a:solidFill>
              </a:rPr>
              <a:t> + Y O U		   + 9 4 2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H E A R T		1 0 4 6 8</a:t>
            </a:r>
            <a:br>
              <a:rPr lang="en-IN">
                <a:solidFill>
                  <a:schemeClr val="dk1"/>
                </a:solidFill>
              </a:rPr>
            </a:b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Therefore, Y + U + R + E = 9 + 2 + 6+ 0 = 17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Extraa Shot: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U cannot be any other value than 2 because it will disrupt the entire logic and consideration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Try with U as 5, 6, 7, 8 . You will get value of R that cannot be considered</a:t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Logic: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Different numbers are assigned to different letters with O = 4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Assume Max value,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Y O U R		   9 4 9 9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</a:t>
            </a:r>
            <a:r>
              <a:rPr lang="en-IN" u="sng">
                <a:solidFill>
                  <a:schemeClr val="dk1"/>
                </a:solidFill>
              </a:rPr>
              <a:t> + Y O U		   + 9 4 9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H E A R T		1 0 4 4 8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Also we can assume Y to be 8 or 7 or a lower number, but we will not get the lakh’s digit (H) in the resulting sum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Hence we get Y = 9, H = 1 and E = 0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Y O U R		   9 4 U R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</a:t>
            </a:r>
            <a:r>
              <a:rPr lang="en-IN" u="sng">
                <a:solidFill>
                  <a:schemeClr val="dk1"/>
                </a:solidFill>
              </a:rPr>
              <a:t> + Y O U		   + 9 4 U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H E A R T		1 0 4 R T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 A = 4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Now, for the value of U and R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U cannot be 0,1,3,4 and 9 (as they corresponds to other letters)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Assuming U = 2 , R as 5 : not possible as 2 + 4 = 6 (therefore R should be 6)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Hence, U = 2 and R = 6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Now, 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Y O U R		   9 4 2 6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</a:t>
            </a:r>
            <a:r>
              <a:rPr lang="en-IN" u="sng">
                <a:solidFill>
                  <a:schemeClr val="dk1"/>
                </a:solidFill>
              </a:rPr>
              <a:t> + Y O U		   + 9 4 2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H E A R T		1 0 4 6 8</a:t>
            </a:r>
            <a:br>
              <a:rPr lang="en-IN">
                <a:solidFill>
                  <a:schemeClr val="dk1"/>
                </a:solidFill>
              </a:rPr>
            </a:b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Therefore, Y + U + R + E = 9 + 2 + 6+ 0 = 17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Extraa Shot: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U cannot be any other value than 2 because it will disrupt the entire logic and consideration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Try with U as 5, 6, 7, 8 . You will get value of R that cannot be considered</a:t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Logic: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Different numbers are assigned to different letters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Assume Max value,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    U S A		      9 9 9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</a:t>
            </a:r>
            <a:r>
              <a:rPr lang="en-IN" u="sng">
                <a:solidFill>
                  <a:schemeClr val="dk1"/>
                </a:solidFill>
              </a:rPr>
              <a:t>+ U S S R		   9 9 9 9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P E A C E		1 0 9 9 8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Also we can assume Y to be 8 or 7 or a lower number, but we will not get the lakh’s digit (P) in the resulting sum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Hence we get U = 9, P = 1 and E = 0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    U S A		      9 S A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</a:t>
            </a:r>
            <a:r>
              <a:rPr lang="en-IN" u="sng">
                <a:solidFill>
                  <a:schemeClr val="dk1"/>
                </a:solidFill>
              </a:rPr>
              <a:t>+ U S S R		   9 S S R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P E A C E		1 0 A C 0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Considering values for A : cannot be 0 and 1 as occupied by other letters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Take A as 2, we get R = 8 and S = 3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    U S A		      9 3 2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</a:t>
            </a:r>
            <a:r>
              <a:rPr lang="en-IN" u="sng">
                <a:solidFill>
                  <a:schemeClr val="dk1"/>
                </a:solidFill>
              </a:rPr>
              <a:t>+ U S S R		   9 3 3 8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P E A C E		1 0 2 7 0</a:t>
            </a:r>
            <a:endParaRPr u="sng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   A = 2, R = 8, S = 3 and C = 7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Therefore, P + E + A + C + E = 1 + 0 + 2 + 7 + 0 = 10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Extraa Shot: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Try different values and think!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Logic: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Different numbers are assigned to different letters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Assume Max value,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    U S A		      9 9 9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</a:t>
            </a:r>
            <a:r>
              <a:rPr lang="en-IN" u="sng">
                <a:solidFill>
                  <a:schemeClr val="dk1"/>
                </a:solidFill>
              </a:rPr>
              <a:t>+ U S S R		   9 9 9 9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P E A C E		1 0 9 9 8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Also we can assume Y to be 8 or 7 or a lower number, but we will not get the lakh’s digit (P) in the resulting sum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Hence we get U = 9, P = 1 and E = 0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    U S A		      9 S A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</a:t>
            </a:r>
            <a:r>
              <a:rPr lang="en-IN" u="sng">
                <a:solidFill>
                  <a:schemeClr val="dk1"/>
                </a:solidFill>
              </a:rPr>
              <a:t>+ U S S R		   9 S S R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P E A C E		1 0 A C 0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Considering values for A : cannot be 0 and 1 as occupied by other letters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Take A as 2, we get R = 8 and S = 3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    U S A		      9 3 2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</a:t>
            </a:r>
            <a:r>
              <a:rPr lang="en-IN" u="sng">
                <a:solidFill>
                  <a:schemeClr val="dk1"/>
                </a:solidFill>
              </a:rPr>
              <a:t>+ U S S R		   9 3 3 8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P E A C E		1 0 2 7 0</a:t>
            </a:r>
            <a:endParaRPr u="sng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   A = 2, R = 8, S = 3 and C = 7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Therefore, P + E + A + C + E = 1 + 0 + 2 + 7 + 0 = 10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Extraa Shot: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Try different values and think!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</a:t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Logic: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Different numbers are assigned to different letters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Assume Max value, we have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 E A T		    9 9 9		    7 9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E A T		    9 9 9		    7 9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</a:t>
            </a:r>
            <a:r>
              <a:rPr lang="en-IN" u="sng">
                <a:solidFill>
                  <a:schemeClr val="dk1"/>
                </a:solidFill>
              </a:rPr>
              <a:t>+ E A T		    9 9 9 </a:t>
            </a:r>
            <a:r>
              <a:rPr lang="en-IN">
                <a:solidFill>
                  <a:schemeClr val="dk1"/>
                </a:solidFill>
              </a:rPr>
              <a:t>		</a:t>
            </a:r>
            <a:r>
              <a:rPr lang="en-IN" u="sng">
                <a:solidFill>
                  <a:schemeClr val="dk1"/>
                </a:solidFill>
              </a:rPr>
              <a:t>    7 9 0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B E E T		 2 9 9 7		 2 3 7 0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Also note T=0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E cannot be 0,1,2 or 3 as there should be a carry over for B to exist . (B can be 1 or 2 only)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Note when we consider E to be 7, we don’t get the required result	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 let’s consider the values for E.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3 times of E should give a result with its unit’s digit equal to E(not possible)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But if we add something it can be achieved.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Hence going with E as 4, now 3 times A should give us carry as 2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If we take A as 7, we get as shown (note in the result two E(4s) are not obtained). Hence we try with A as 8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 E A T		    4 7 0		    4 8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E A T		    4 7 0		    4 8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</a:t>
            </a:r>
            <a:r>
              <a:rPr lang="en-IN" u="sng">
                <a:solidFill>
                  <a:schemeClr val="dk1"/>
                </a:solidFill>
              </a:rPr>
              <a:t>+ E A T		    4 7 0 </a:t>
            </a:r>
            <a:r>
              <a:rPr lang="en-IN">
                <a:solidFill>
                  <a:schemeClr val="dk1"/>
                </a:solidFill>
              </a:rPr>
              <a:t>		</a:t>
            </a:r>
            <a:r>
              <a:rPr lang="en-IN" u="sng">
                <a:solidFill>
                  <a:schemeClr val="dk1"/>
                </a:solidFill>
              </a:rPr>
              <a:t>    4 8 0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B E E T		 2 4 1 0		 1 4 4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 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Hence   A = 8, E = 4, B = 1 and T = 0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Therefore, TEE + TEE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0 4 4</a:t>
            </a:r>
            <a:br>
              <a:rPr lang="en-IN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0 4 4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0 8 8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Extraa Shot: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Try different values and think!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</a:t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Logic: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Different numbers are assigned to different letters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Assume Max value, we have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 E A T		    9 9 9		    7 9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E A T		    9 9 9		    7 9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</a:t>
            </a:r>
            <a:r>
              <a:rPr lang="en-IN" u="sng">
                <a:solidFill>
                  <a:schemeClr val="dk1"/>
                </a:solidFill>
              </a:rPr>
              <a:t>+ E A T		    9 9 9 </a:t>
            </a:r>
            <a:r>
              <a:rPr lang="en-IN">
                <a:solidFill>
                  <a:schemeClr val="dk1"/>
                </a:solidFill>
              </a:rPr>
              <a:t>		</a:t>
            </a:r>
            <a:r>
              <a:rPr lang="en-IN" u="sng">
                <a:solidFill>
                  <a:schemeClr val="dk1"/>
                </a:solidFill>
              </a:rPr>
              <a:t>    7 9 0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B E E T		 2 9 9 7		 2 3 7 0</a:t>
            </a:r>
            <a:endParaRPr u="sng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Also note T=0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E cannot be 0,1,2 or 3 as there should be a carry over for B to exist . (B can be 1 or 2 only)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Note when we consider E to be 7, we don’t get the required result	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 let’s consider the values for E.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3 times of E should give a result with its unit’s digit equal to E(not possible)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But if we add something it can be achieved.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Hence going with E as 4, now 3 times A should give us carry as 2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If we take A as 7, we get as shown (note in the result two E(4s) are not obtained). Hence we try with A as 8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 E A T		    4 7 0		    4 8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E A T		    4 7 0		    4 8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</a:t>
            </a:r>
            <a:r>
              <a:rPr lang="en-IN" u="sng">
                <a:solidFill>
                  <a:schemeClr val="dk1"/>
                </a:solidFill>
              </a:rPr>
              <a:t>+ E A T		    4 7 0 </a:t>
            </a:r>
            <a:r>
              <a:rPr lang="en-IN">
                <a:solidFill>
                  <a:schemeClr val="dk1"/>
                </a:solidFill>
              </a:rPr>
              <a:t>		</a:t>
            </a:r>
            <a:r>
              <a:rPr lang="en-IN" u="sng">
                <a:solidFill>
                  <a:schemeClr val="dk1"/>
                </a:solidFill>
              </a:rPr>
              <a:t>    4 8 0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B E E T		 2 4 1 0		 1 4 4 0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 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Hence   A = 8, E = 4, B = 1 and T = 0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Therefore, TEE + TEE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0 4 4</a:t>
            </a:r>
            <a:br>
              <a:rPr lang="en-IN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0 4 4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0 8 8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Extraa Shot: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Try different values and think!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Logic: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Different numbers are assigned to different letters with S = 8 (given)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Assume Max value,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  H E R E	   	   9 9 9 9	also check with 8		7 7 7 7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</a:t>
            </a:r>
            <a:r>
              <a:rPr lang="en-IN" u="sng">
                <a:solidFill>
                  <a:schemeClr val="dk1"/>
                </a:solidFill>
              </a:rPr>
              <a:t>     + S H E		   + 9 9 9</a:t>
            </a:r>
            <a:r>
              <a:rPr lang="en-IN">
                <a:solidFill>
                  <a:schemeClr val="dk1"/>
                </a:solidFill>
              </a:rPr>
              <a:t>	(not possible)</a:t>
            </a:r>
            <a:r>
              <a:rPr lang="en-IN" u="sng">
                <a:solidFill>
                  <a:schemeClr val="dk1"/>
                </a:solidFill>
              </a:rPr>
              <a:t>			+ 8 7 7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C O M E S		1 0 9 9 8	</a:t>
            </a:r>
            <a:r>
              <a:rPr lang="en-IN">
                <a:solidFill>
                  <a:schemeClr val="dk1"/>
                </a:solidFill>
              </a:rPr>
              <a:t>Now check with 7		</a:t>
            </a:r>
            <a:r>
              <a:rPr lang="en-IN" u="sng">
                <a:solidFill>
                  <a:schemeClr val="dk1"/>
                </a:solidFill>
              </a:rPr>
              <a:t>8 6 5 4</a:t>
            </a:r>
            <a:r>
              <a:rPr lang="en-IN">
                <a:solidFill>
                  <a:schemeClr val="dk1"/>
                </a:solidFill>
              </a:rPr>
              <a:t>   - not acceptable as No C in the result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Above we can assume Y to be 8 or 7 or a lower number, but we will not get the lakh’s digit (C) in the resulting sum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Hence we get H = 9,C = 1, O = 0 AND as S = 8 =&gt; E = 4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 9 4 R 4		   9 4 5 4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</a:t>
            </a:r>
            <a:r>
              <a:rPr lang="en-IN" u="sng">
                <a:solidFill>
                  <a:schemeClr val="dk1"/>
                </a:solidFill>
              </a:rPr>
              <a:t>  + 8 9 4		   + 8 9 4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1 0 M 4 8		1 0 3 4 8</a:t>
            </a:r>
            <a:endParaRPr u="sng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Hence, R = 5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Therefore, R + H + O = 5 + 9 + 0 = 14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Extraa Shot: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Try different values and think!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Logic: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Different numbers are assigned to different letters with S = 8 (given)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Assume Max value,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  H E R E	   	   9 9 9 9	also check with 8		7 7 7 7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</a:t>
            </a:r>
            <a:r>
              <a:rPr lang="en-IN" u="sng">
                <a:solidFill>
                  <a:schemeClr val="dk1"/>
                </a:solidFill>
              </a:rPr>
              <a:t>     + S H E		   + 9 9 9</a:t>
            </a:r>
            <a:r>
              <a:rPr lang="en-IN">
                <a:solidFill>
                  <a:schemeClr val="dk1"/>
                </a:solidFill>
              </a:rPr>
              <a:t>	(not possible)</a:t>
            </a:r>
            <a:r>
              <a:rPr lang="en-IN" u="sng">
                <a:solidFill>
                  <a:schemeClr val="dk1"/>
                </a:solidFill>
              </a:rPr>
              <a:t>			+ 8 7 7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C O M E S		1 0 9 9 8	</a:t>
            </a:r>
            <a:r>
              <a:rPr lang="en-IN">
                <a:solidFill>
                  <a:schemeClr val="dk1"/>
                </a:solidFill>
              </a:rPr>
              <a:t>Now check with 7		</a:t>
            </a:r>
            <a:r>
              <a:rPr lang="en-IN" u="sng">
                <a:solidFill>
                  <a:schemeClr val="dk1"/>
                </a:solidFill>
              </a:rPr>
              <a:t>8 6 5 4</a:t>
            </a:r>
            <a:r>
              <a:rPr lang="en-IN">
                <a:solidFill>
                  <a:schemeClr val="dk1"/>
                </a:solidFill>
              </a:rPr>
              <a:t>   - not acceptable as No C in the result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Above we can assume Y to be 8 or 7 or a lower number, but we will not get the lakh’s digit (C) in the resulting sum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Hence we get H = 9,C = 1, O = 0 AND as S = 8 =&gt; E = 4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Now we have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  9 4 R 4		   9 4 5 4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	  </a:t>
            </a:r>
            <a:r>
              <a:rPr lang="en-IN" u="sng">
                <a:solidFill>
                  <a:schemeClr val="dk1"/>
                </a:solidFill>
              </a:rPr>
              <a:t>  + 8 9 4		   + 8 9 4</a:t>
            </a:r>
            <a:br>
              <a:rPr lang="en-IN" u="sng">
                <a:solidFill>
                  <a:schemeClr val="dk1"/>
                </a:solidFill>
              </a:rPr>
            </a:br>
            <a:r>
              <a:rPr lang="en-IN" u="sng">
                <a:solidFill>
                  <a:schemeClr val="dk1"/>
                </a:solidFill>
              </a:rPr>
              <a:t>	1 0 M 4 8		1 0 3 4 8</a:t>
            </a:r>
            <a:endParaRPr u="sng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Hence, R = 5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Therefore, R + H + O = 5 + 9 + 0 = 14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-IN">
                <a:solidFill>
                  <a:schemeClr val="dk1"/>
                </a:solidFill>
              </a:rPr>
              <a:t>Extraa Shot: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Try different values and think!</a:t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C</a:t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It is clear that E = 1 as MAD×E=MAD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From the hundred's line, M + A = 10 + M or 1 + M + A = 10 + M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As A = 10 not possible, A = 9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So I = 0.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and From the thousand's line R + 1 = A. So R = 8.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   M 9 D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       B 1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-------------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   M 9 D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8 9  1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-------------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9 M 0 D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-------------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As B×D = 1, B and D takes 3, 7 in some order.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If B = 7 and D = 3, then M93×7 =   _51 is not satisfying. So B = 3 and D = 7.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   2 9 7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      3 1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-------------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   2 9 7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8  9  1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-------------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9 2 0 7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------------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C</a:t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It is clear that E = 1 as MAD×E=MAD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From the hundred's line, M + A = 10 + M or 1 + M + A = 10 + M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As A = 10 not possible, A = 9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So I = 0.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and From the thousand's line R + 1 = A. So R = 8.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   M 9 D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       B 1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-------------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   M 9 D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8 9  1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-------------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9 M 0 D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-------------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As B×D = 1, B and D takes 3, 7 in some order.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If B = 7 and D = 3, then M93×7 =   _51 is not satisfying. So B = 3 and D = 7.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   2 9 7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      3 1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-------------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     2 9 7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8  9  1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-------------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9 2 0 7</a:t>
            </a:r>
            <a:endParaRPr sz="105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>
                <a:solidFill>
                  <a:srgbClr val="222222"/>
                </a:solidFill>
                <a:highlight>
                  <a:schemeClr val="lt1"/>
                </a:highlight>
              </a:rPr>
              <a:t>------------</a:t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1b3f087a09_1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1b3f087a09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1b3f087a09_1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1b3f087a09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1b3f087a09_1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1b3f087a09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1b3f087a09_1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1b3f087a09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1b3f087a09_1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1b3f087a09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1b3f087a09_1_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1b3f087a09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1b3f087a09_1_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1b3f087a09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1b3fdd1d3c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31b3fdd1d3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1b3fdd1d3c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1b3fdd1d3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44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4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" name="Google Shape;29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32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" name="Google Shape;33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38" name="Google Shape;38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1" name="Google Shape;41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44" name="Google Shape;44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6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" name="Google Shape;46;p56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" name="Google Shape;47;p56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" name="Google Shape;48;p56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" name="Google Shape;9;p4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learn.codemithra.com/" TargetMode="External"/><Relationship Id="rId4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jp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54" name="Google Shape;54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5" name="Google Shape;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 txBox="1"/>
          <p:nvPr/>
        </p:nvSpPr>
        <p:spPr>
          <a:xfrm>
            <a:off x="186689" y="2202310"/>
            <a:ext cx="469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IN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CRYPTARITHMETIC</a:t>
            </a:r>
            <a:endParaRPr b="1" i="0" sz="2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b3f087a09_1_28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IN">
                <a:solidFill>
                  <a:schemeClr val="dk1"/>
                </a:solidFill>
              </a:rPr>
              <a:t>Rules for Solving Cryptarithmetic Problems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lang="en-IN">
                <a:solidFill>
                  <a:schemeClr val="dk1"/>
                </a:solidFill>
              </a:rPr>
              <a:t>Each Letter, Symbol represents only one digit throughout the problem.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lang="en-IN">
                <a:solidFill>
                  <a:schemeClr val="dk1"/>
                </a:solidFill>
              </a:rPr>
              <a:t>Numbers must not begin with zero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lang="en-IN">
                <a:solidFill>
                  <a:schemeClr val="dk1"/>
                </a:solidFill>
              </a:rPr>
              <a:t>Aim is to find the value of each letter in the Crypt arithmetic problems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lang="en-IN">
                <a:solidFill>
                  <a:schemeClr val="dk1"/>
                </a:solidFill>
              </a:rPr>
              <a:t>There must be only one solution to the Crypt arithmetic problem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lang="en-IN">
                <a:solidFill>
                  <a:schemeClr val="dk1"/>
                </a:solidFill>
              </a:rPr>
              <a:t>Carry over can only be 1 in Cryptarithmetic problems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71" name="Google Shape;71;g31b3f087a09_1_28"/>
          <p:cNvSpPr txBox="1"/>
          <p:nvPr/>
        </p:nvSpPr>
        <p:spPr>
          <a:xfrm>
            <a:off x="2120825" y="630250"/>
            <a:ext cx="420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Cryptarithmetic</a:t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6828330" y="4120750"/>
            <a:ext cx="222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720000" y="1440000"/>
            <a:ext cx="7308600" cy="2593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DAYS + TOO = SHORT, then find the value of  S + H + O + R + T?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>
                <a:solidFill>
                  <a:schemeClr val="dk1"/>
                </a:solidFill>
              </a:rPr>
              <a:t> A. 11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>
                <a:solidFill>
                  <a:schemeClr val="dk1"/>
                </a:solidFill>
              </a:rPr>
              <a:t> B. 12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>
                <a:solidFill>
                  <a:schemeClr val="dk1"/>
                </a:solidFill>
              </a:rPr>
              <a:t> C. 13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>
                <a:solidFill>
                  <a:schemeClr val="dk1"/>
                </a:solidFill>
              </a:rPr>
              <a:t> D. 14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722375" y="1439875"/>
            <a:ext cx="7800600" cy="3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DAYS + TOO = SHORT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9743+522=  10265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Then the value of  S+H+O+R+T= 1+0+2+6+5= 14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TWO + DAYS = MORE, then find the value of M + O + R + E?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>
                <a:solidFill>
                  <a:schemeClr val="dk1"/>
                </a:solidFill>
              </a:rPr>
              <a:t>A. 15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>
                <a:solidFill>
                  <a:schemeClr val="dk1"/>
                </a:solidFill>
              </a:rPr>
              <a:t>B. 16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>
                <a:solidFill>
                  <a:schemeClr val="dk1"/>
                </a:solidFill>
              </a:rPr>
              <a:t>C. 17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>
                <a:solidFill>
                  <a:schemeClr val="dk1"/>
                </a:solidFill>
              </a:rPr>
              <a:t>D. 18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</a:t>
            </a:r>
            <a:r>
              <a:rPr b="1" lang="en-IN"/>
              <a:t>A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1253250" y="1439875"/>
            <a:ext cx="6357600" cy="3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TWO + DAYS = MORE</a:t>
            </a:r>
            <a:endParaRPr>
              <a:solidFill>
                <a:schemeClr val="dk1"/>
              </a:solidFill>
            </a:endParaRPr>
          </a:p>
          <a:p>
            <a:pPr indent="-114300" lvl="0" marL="1143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lain" startAt="893"/>
            </a:pPr>
            <a:r>
              <a:rPr lang="en-IN">
                <a:solidFill>
                  <a:schemeClr val="dk1"/>
                </a:solidFill>
              </a:rPr>
              <a:t> + 6412      = 7305</a:t>
            </a:r>
            <a:endParaRPr>
              <a:solidFill>
                <a:schemeClr val="dk1"/>
              </a:solidFill>
            </a:endParaRPr>
          </a:p>
          <a:p>
            <a:pPr indent="0" lvl="0" marL="1143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Then the value of M+O+R+E=7+3+0+5=15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>
                <a:solidFill>
                  <a:schemeClr val="dk1"/>
                </a:solidFill>
              </a:rPr>
              <a:t>`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N O + G U N + N O = H U N T, then find the value of HUNT?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1082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1802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1208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1280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                                                                                         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3" name="Google Shape;103;p20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0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720000" y="1440000"/>
            <a:ext cx="8017800" cy="18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N O + G U N + N O = H U N T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Here H=1 from the NUNN column we must have carry  1, so G=9, U=0. Since we have carry 0 or 1 0r 2 from the ONOT  column, correspondingly we have N+U=10  or 9 or 8. But duplication is allowed, so N=8 with carry 2 from ONOT. Hence O+O=T+20-8=T+12. Testing for T=2,4 or 6, we find only T=2 acceptable, O=7. So we have 87+908+87=1082 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                                                                                                                          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0" name="Google Shape;110;p21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MAC + MAAR = JOCKO, find the value of  3A + 2M + 2C?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34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37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32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31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22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22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720000" y="1440000"/>
            <a:ext cx="7998000" cy="3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MAC + MAAR = JOCKO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 932  +  9338   = 10270 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A=3   M=9   C=2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  3A+2M+2C = 9+18+4=31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                                                                                                                            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23" name="Google Shape;123;p23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16203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If HERE = COMES – SHE and we assume S=8,  find the value of R+H+O?</a:t>
            </a:r>
            <a:endParaRPr/>
          </a:p>
          <a:p>
            <a:pPr indent="-116203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>
                <a:solidFill>
                  <a:schemeClr val="dk1"/>
                </a:solidFill>
              </a:rPr>
              <a:t>A. 12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>
                <a:solidFill>
                  <a:schemeClr val="dk1"/>
                </a:solidFill>
              </a:rPr>
              <a:t>B. 14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>
                <a:solidFill>
                  <a:schemeClr val="dk1"/>
                </a:solidFill>
              </a:rPr>
              <a:t>C. 15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>
                <a:solidFill>
                  <a:schemeClr val="dk1"/>
                </a:solidFill>
              </a:rPr>
              <a:t>D. 18</a:t>
            </a:r>
            <a:endParaRPr/>
          </a:p>
          <a:p>
            <a:pPr indent="-116203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6203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6203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9" name="Google Shape;129;p24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B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24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720000" y="1439998"/>
            <a:ext cx="7998000" cy="27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2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HERE = COMES – SHE which can also be written as HERE + SHE = COMES</a:t>
            </a:r>
            <a:endParaRPr/>
          </a:p>
          <a:p>
            <a:pPr indent="-1902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          HERE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             SHE   +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       ------------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      COMES</a:t>
            </a:r>
            <a:br>
              <a:rPr lang="en-IN">
                <a:solidFill>
                  <a:schemeClr val="dk1"/>
                </a:solidFill>
              </a:rPr>
            </a:br>
            <a:r>
              <a:rPr lang="en-IN">
                <a:solidFill>
                  <a:schemeClr val="dk1"/>
                </a:solidFill>
              </a:rPr>
              <a:t>     --------------</a:t>
            </a:r>
            <a:endParaRPr/>
          </a:p>
          <a:p>
            <a:pPr indent="-1902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C = 1, O = 0, H = 9, E + E = S = 8, 2 E =8, And E=4.</a:t>
            </a:r>
            <a:endParaRPr/>
          </a:p>
          <a:p>
            <a:pPr indent="-1902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So, COMES – SHE = HERE, 9454 + 894 = 10348</a:t>
            </a:r>
            <a:endParaRPr/>
          </a:p>
          <a:p>
            <a:pPr indent="-1902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R + H + O = 5 + 9 + 0 = 14</a:t>
            </a:r>
            <a:endParaRPr/>
          </a:p>
          <a:p>
            <a:pPr indent="-1902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DID  *  TO =  HDTE +  ODOT=  THOSE, find the value of multiplication  I*E*O?</a:t>
            </a:r>
            <a:endParaRPr/>
          </a:p>
          <a:p>
            <a:pPr indent="0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>
                <a:solidFill>
                  <a:schemeClr val="dk1"/>
                </a:solidFill>
              </a:rPr>
              <a:t>A. 182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>
                <a:solidFill>
                  <a:schemeClr val="dk1"/>
                </a:solidFill>
              </a:rPr>
              <a:t>B. 170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>
                <a:solidFill>
                  <a:schemeClr val="dk1"/>
                </a:solidFill>
              </a:rPr>
              <a:t>C. 192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>
                <a:solidFill>
                  <a:schemeClr val="dk1"/>
                </a:solidFill>
              </a:rPr>
              <a:t>D. 156</a:t>
            </a:r>
            <a:endParaRPr/>
          </a:p>
          <a:p>
            <a:pPr indent="0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C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06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720000" y="1440000"/>
            <a:ext cx="7880100" cy="25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DID  *  TO  =  HDTE +  ODOT  =  THOSE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989 *   54  =  3956   +  4945    =   53406  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 the value of  I*E*O = 8*4*6= 192 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9" name="Google Shape;149;p27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06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1b3f087a09_1_51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HIT  *  IT =  FAST  +  HIT  =  IIFBT, then what is the value of 4B+5F*3I?</a:t>
            </a:r>
            <a:endParaRPr>
              <a:solidFill>
                <a:schemeClr val="dk1"/>
              </a:solidFill>
            </a:endParaRPr>
          </a:p>
          <a:p>
            <a:pPr indent="-281305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81305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 70</a:t>
            </a:r>
            <a:endParaRPr>
              <a:solidFill>
                <a:schemeClr val="dk1"/>
              </a:solidFill>
            </a:endParaRPr>
          </a:p>
          <a:p>
            <a:pPr indent="-281305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 58</a:t>
            </a:r>
            <a:endParaRPr>
              <a:solidFill>
                <a:schemeClr val="dk1"/>
              </a:solidFill>
            </a:endParaRPr>
          </a:p>
          <a:p>
            <a:pPr indent="-281305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 75</a:t>
            </a:r>
            <a:endParaRPr>
              <a:solidFill>
                <a:schemeClr val="dk1"/>
              </a:solidFill>
            </a:endParaRPr>
          </a:p>
          <a:p>
            <a:pPr indent="-281305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 78</a:t>
            </a:r>
            <a:endParaRPr>
              <a:solidFill>
                <a:schemeClr val="dk1"/>
              </a:solidFill>
            </a:endParaRPr>
          </a:p>
          <a:p>
            <a:pPr indent="-281305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81305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					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" name="Google Shape;155;g31b3f087a09_1_51"/>
          <p:cNvSpPr txBox="1"/>
          <p:nvPr/>
        </p:nvSpPr>
        <p:spPr>
          <a:xfrm>
            <a:off x="6828313" y="4120738"/>
            <a:ext cx="15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g31b3f087a09_1_51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07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idx="1" type="body"/>
          </p:nvPr>
        </p:nvSpPr>
        <p:spPr>
          <a:xfrm>
            <a:off x="720000" y="1440000"/>
            <a:ext cx="7650000" cy="3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HIT  *  IT =  FAST  +  HIT  =  IIFBT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716* 16 =  4296   +  716  =  11456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 the value of  4B+5F*3I= 15+20*3= 75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2" name="Google Shape;162;p30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07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1b3f087a09_1_59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SEE  *  ME  =  HHOM  +  LTHL =  KKOLM, find the value of  E+E+H+L?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21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22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23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24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       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8" name="Google Shape;168;g31b3f087a09_1_59"/>
          <p:cNvSpPr txBox="1"/>
          <p:nvPr/>
        </p:nvSpPr>
        <p:spPr>
          <a:xfrm>
            <a:off x="6828313" y="4120738"/>
            <a:ext cx="15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g31b3f087a09_1_59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08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 txBox="1"/>
          <p:nvPr>
            <p:ph idx="1" type="body"/>
          </p:nvPr>
        </p:nvSpPr>
        <p:spPr>
          <a:xfrm>
            <a:off x="720000" y="1440000"/>
            <a:ext cx="7650000" cy="3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SEE  *  ME   =  HHOM  +  LTHL =  KKOLM  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688   *  48    =   5504     +  2752 =   33024 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 the value of E+E+H+L= 23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5" name="Google Shape;175;p32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08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1b3f087a09_1_65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CUT  *  IT  =  BUST   +  TNNT  =  TENET, then find the value of  B+U+S+T?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6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8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10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12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" name="Google Shape;181;g31b3f087a09_1_65"/>
          <p:cNvSpPr txBox="1"/>
          <p:nvPr/>
        </p:nvSpPr>
        <p:spPr>
          <a:xfrm>
            <a:off x="6828313" y="4120738"/>
            <a:ext cx="15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g31b3f087a09_1_65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7"/>
          <p:cNvSpPr txBox="1"/>
          <p:nvPr>
            <p:ph idx="1" type="body"/>
          </p:nvPr>
        </p:nvSpPr>
        <p:spPr>
          <a:xfrm>
            <a:off x="720000" y="1440000"/>
            <a:ext cx="76500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CUT  *  IT  =  BUST   +  TNNT  =  TENE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605*  95  =  3025    +   5445   =  57475</a:t>
            </a:r>
            <a:endParaRPr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 the value of  B+U+S+T= 3+0+2+5=10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" name="Google Shape;188;p37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09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8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ALL   *  OK   =  PALS  +  HLLO =  PPASS , then find the value of  L+2A+5O?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32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45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40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12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4" name="Google Shape;194;p38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8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10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9"/>
          <p:cNvSpPr txBox="1"/>
          <p:nvPr>
            <p:ph idx="1" type="body"/>
          </p:nvPr>
        </p:nvSpPr>
        <p:spPr>
          <a:xfrm>
            <a:off x="720000" y="1440000"/>
            <a:ext cx="81123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ALL   *  OK   =  PALS  +  HLLO =  PPASS 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399   *   56    = 2394    +  1995  =  22344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 the value of L+2A+5O=</a:t>
            </a:r>
            <a:r>
              <a:rPr b="1" lang="en-IN">
                <a:solidFill>
                  <a:schemeClr val="dk1"/>
                </a:solidFill>
              </a:rPr>
              <a:t> </a:t>
            </a:r>
            <a:r>
              <a:rPr lang="en-IN">
                <a:solidFill>
                  <a:schemeClr val="dk1"/>
                </a:solidFill>
              </a:rPr>
              <a:t>9+6+25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1" name="Google Shape;201;p39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10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0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>
                <a:solidFill>
                  <a:schemeClr val="dk1"/>
                </a:solidFill>
              </a:rPr>
              <a:t>HOW  *  WE =  HAIL  +  PAL  = LHAL, then find the value L+H+A+L?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9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10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11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12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7" name="Google Shape;207;p40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40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1"/>
          <p:cNvSpPr txBox="1"/>
          <p:nvPr>
            <p:ph idx="1" type="body"/>
          </p:nvPr>
        </p:nvSpPr>
        <p:spPr>
          <a:xfrm>
            <a:off x="719999" y="1439999"/>
            <a:ext cx="86424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HOW  *  WE =  HAIL  +  PAL  = LHAL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152    *   27  =   1064  +  304  =  4104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 the value of  L+H+A+L= 9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4" name="Google Shape;214;p41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2"/>
          <p:cNvSpPr txBox="1"/>
          <p:nvPr>
            <p:ph idx="1" type="body"/>
          </p:nvPr>
        </p:nvSpPr>
        <p:spPr>
          <a:xfrm>
            <a:off x="719999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NOTICE +  NICE= PRICES , then find the value of  P+R+I+C+E+S?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12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22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32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45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0" name="Google Shape;220;p42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42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3"/>
          <p:cNvSpPr txBox="1"/>
          <p:nvPr>
            <p:ph idx="1" type="body"/>
          </p:nvPr>
        </p:nvSpPr>
        <p:spPr>
          <a:xfrm>
            <a:off x="719999" y="1439999"/>
            <a:ext cx="86424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NOTICE +  NICE  = PRICES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695124   +  6124  =  701248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 the value of P+R+I+C+E+S= 22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7" name="Google Shape;227;p43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1b3f087a09_1_71"/>
          <p:cNvSpPr txBox="1"/>
          <p:nvPr>
            <p:ph idx="1" type="body"/>
          </p:nvPr>
        </p:nvSpPr>
        <p:spPr>
          <a:xfrm>
            <a:off x="719999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STORE  +  AND  +  NAME  =  BRANDS, then find the value of NAME?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8267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8609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8357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8624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3" name="Google Shape;233;g31b3f087a09_1_71"/>
          <p:cNvSpPr txBox="1"/>
          <p:nvPr/>
        </p:nvSpPr>
        <p:spPr>
          <a:xfrm>
            <a:off x="6828313" y="4120738"/>
            <a:ext cx="15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A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g31b3f087a09_1_71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1b3f087a09_1_77"/>
          <p:cNvSpPr txBox="1"/>
          <p:nvPr>
            <p:ph idx="1" type="body"/>
          </p:nvPr>
        </p:nvSpPr>
        <p:spPr>
          <a:xfrm>
            <a:off x="719999" y="1439999"/>
            <a:ext cx="86424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STORE  +  AND  +  NAME  =  BRANDS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94307     +  285   +  8267    =   102859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 the value of NAME= 8267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0" name="Google Shape;240;g31b3f087a09_1_77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1b3f087a09_1_82"/>
          <p:cNvSpPr txBox="1"/>
          <p:nvPr>
            <p:ph idx="1" type="body"/>
          </p:nvPr>
        </p:nvSpPr>
        <p:spPr>
          <a:xfrm>
            <a:off x="719999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DID   *    AD   =   EBOR  +  HEBE  =  AIRER, then find the value of  A*D*I?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14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29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48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17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6" name="Google Shape;246;g31b3f087a09_1_82"/>
          <p:cNvSpPr txBox="1"/>
          <p:nvPr/>
        </p:nvSpPr>
        <p:spPr>
          <a:xfrm>
            <a:off x="6828313" y="4120738"/>
            <a:ext cx="15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g31b3f087a09_1_82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1b3f087a09_1_88"/>
          <p:cNvSpPr txBox="1"/>
          <p:nvPr>
            <p:ph idx="1" type="body"/>
          </p:nvPr>
        </p:nvSpPr>
        <p:spPr>
          <a:xfrm>
            <a:off x="719999" y="1439999"/>
            <a:ext cx="86424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DID   *    AD   =   EBOR  +  HEBE  =  AIRER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838   *    28    =   6704    +  1676    =  23464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Hence the value of A*D*I=2*8*3=48 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3" name="Google Shape;253;g31b3f087a09_1_88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1b3fdd1d3c_0_12"/>
          <p:cNvSpPr txBox="1"/>
          <p:nvPr>
            <p:ph idx="1" type="body"/>
          </p:nvPr>
        </p:nvSpPr>
        <p:spPr>
          <a:xfrm>
            <a:off x="719999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ASK  * TO  =  KARL  +  OSAK  =   TYSOL., then find the value of  K*A*O?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190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270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321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127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9" name="Google Shape;259;g31b3fdd1d3c_0_12"/>
          <p:cNvSpPr txBox="1"/>
          <p:nvPr/>
        </p:nvSpPr>
        <p:spPr>
          <a:xfrm>
            <a:off x="6828313" y="4120738"/>
            <a:ext cx="15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g31b3fdd1d3c_0_12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1b3fdd1d3c_0_18"/>
          <p:cNvSpPr txBox="1"/>
          <p:nvPr>
            <p:ph idx="1" type="body"/>
          </p:nvPr>
        </p:nvSpPr>
        <p:spPr>
          <a:xfrm>
            <a:off x="720000" y="1439875"/>
            <a:ext cx="75045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ASK   *  TO  =  KARL  +  OSAK  =   TYSOL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  985*  76   =  5910   +   6895    =   74860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then find the value of  K*A*O = 5*9*6 =270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6" name="Google Shape;266;g31b3fdd1d3c_0_18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4"/>
          <p:cNvSpPr/>
          <p:nvPr/>
        </p:nvSpPr>
        <p:spPr>
          <a:xfrm>
            <a:off x="555120" y="915840"/>
            <a:ext cx="7544880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1634729" y="4055269"/>
            <a:ext cx="5183981" cy="28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3" name="Google Shape;273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0010" y="915860"/>
            <a:ext cx="2855119" cy="2888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279" name="Google Shape;279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80" name="Google Shape;28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45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IN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2" name="Google Shape;282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45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5" name="Google Shape;285;p4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45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7" name="Google Shape;287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5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9" name="Google Shape;289;p4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pooja ram</dc:creator>
</cp:coreProperties>
</file>