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3">
          <p15:clr>
            <a:srgbClr val="FF0000"/>
          </p15:clr>
        </p15:guide>
        <p15:guide id="2" orient="horz" pos="904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5">
          <p15:clr>
            <a:srgbClr val="FF00FF"/>
          </p15:clr>
        </p15:guide>
        <p15:guide id="6" pos="5270">
          <p15:clr>
            <a:srgbClr val="FF00FF"/>
          </p15:clr>
        </p15:guide>
      </p15:sldGuideLst>
    </p:ext>
    <p:ext uri="GoogleSlidesCustomDataVersion2">
      <go:slidesCustomData xmlns:go="http://customooxmlschemas.google.com/" r:id="rId45" roundtripDataSignature="AMtx7mhlcOgTO1hHogITotwp6Kue4Nt5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3" orient="horz"/>
        <p:guide pos="904" orient="horz"/>
        <p:guide pos="737" orient="horz"/>
        <p:guide pos="397" orient="horz"/>
        <p:guide pos="455"/>
        <p:guide pos="5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15de73ec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g2815de73ece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Speed in m/sec = 36km/hr x (5/18) = 10 m/sec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Given, Time taken by train to cross the platform = 2 min = 120 sec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Therefore, the distance covered by train in crossing the platform = 10 m/sec x 120 sec = 1200 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Now, distance covered by train in crossing the platform = Length of train + Length of Platform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Given, Length of train = Length of Platform = x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Therefore, 2x = 1200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so, x = Length of train = 1200/2 = 600 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d7a29b87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2ed7a29b87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Let the length of the train be x meter and its speed be y m/sec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Then, (x + 480 m) / 24 sec = y ....(i)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and , (x + 720 m) / 36 sec = y ....(ii)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From Eqs (i) and (ii)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(x + 480) / 24 = (x + 900) / 36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⇒ 3x + 1440 = 2x + 1800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∴ Length of train, x= 360m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ed7a29b879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2ed7a29b8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Let the required speed be y km/hr.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Then, ( 2 x 64 ) x [ y / (64 + y)] = 56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⇒ 128y = 64 x 56 + 56y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∴ y= (64 x 56 ) / 72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= 49.77 km/hr.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d7a29b879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2ed7a29b87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Relative speed = (25 + 2) = 27 km/hr = 27 x (5/18) m/sec. = 15/2 m/sec.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Time taken by the train to pass the men. = 270 / (15/2) = 36 sec.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d7a29b879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2ed7a29b87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Speed = Distance / Time = (300/15)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20 m/sec 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(20 x 18) / 5 = 72 km/hr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d7a29b879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2ed7a29b87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5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6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6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45" name="Google Shape;45;p39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3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3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3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mF8dJPWemUrK9NBi7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hyperlink" Target="https://learn.codemithra.com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5" name="Google Shape;55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" name="Google Shape;5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15de73ece_1_0"/>
          <p:cNvSpPr/>
          <p:nvPr/>
        </p:nvSpPr>
        <p:spPr>
          <a:xfrm>
            <a:off x="2203575" y="757800"/>
            <a:ext cx="5020500" cy="412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RELATIVE SPEED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g2815de73ece_1_0"/>
          <p:cNvSpPr txBox="1"/>
          <p:nvPr>
            <p:ph idx="4294967295" type="body"/>
          </p:nvPr>
        </p:nvSpPr>
        <p:spPr>
          <a:xfrm>
            <a:off x="720000" y="14193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URL: </a:t>
            </a:r>
            <a:r>
              <a:rPr b="1" lang="en-US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https://forms.gle/mF8dJPWemUrK9NBi7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g2815de73ece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4450" y="2279100"/>
            <a:ext cx="2970825" cy="230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1" name="Google Shape;7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2" name="Google Shape;7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8"/>
          <p:cNvSpPr txBox="1"/>
          <p:nvPr/>
        </p:nvSpPr>
        <p:spPr>
          <a:xfrm>
            <a:off x="523839" y="1692835"/>
            <a:ext cx="4690800" cy="14588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PROBLEMS ON TRAINS</a:t>
            </a:r>
            <a:endParaRPr b="0"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/>
        </p:nvSpPr>
        <p:spPr>
          <a:xfrm>
            <a:off x="722375" y="1435600"/>
            <a:ext cx="8092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 trains are running at 40 km/hr and 20 km/hr respectively in the same direction. Fast train completely passes a man sitting in the slower train in 5 sec. What is the length of the fast train?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 2/9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27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27 7/9 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/>
        </p:nvSpPr>
        <p:spPr>
          <a:xfrm>
            <a:off x="722378" y="1435606"/>
            <a:ext cx="8472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Relative speed = (40 - 20) = 20 km/hr.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20 * 5/ 18 = 50/9 m/sec.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Length of faster train = 50/9 * 5 = 250/9 = 27 7/9 m.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idx="1" type="body"/>
          </p:nvPr>
        </p:nvSpPr>
        <p:spPr>
          <a:xfrm>
            <a:off x="722375" y="1435600"/>
            <a:ext cx="80718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Two trains, each 100 m long, moving in opposite directions, cross other in 8 sec. If one is moving twice as fast the other, then the speed of the faster train is?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30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45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60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75 km/hr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idx="1" type="body"/>
          </p:nvPr>
        </p:nvSpPr>
        <p:spPr>
          <a:xfrm>
            <a:off x="722375" y="1435600"/>
            <a:ext cx="80718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Let the speed of the slower train be x m/sec.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Then, speed of the train = 2x m/sec.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Relative speed =  ( x + 2x) = 3x m/sec.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(100 + 100)/8 = 3x =&gt; x = 25/3.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So, speed of the faster train = 50/3 = 50/3 * 18/5 = 60 km/hr.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722374" y="1435600"/>
            <a:ext cx="7998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train runs with a speed of 200 km/hour. What will be its speed in m/sec?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 m/sec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55.55 m/sec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48 m/sec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66.66 m/sec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722374" y="1435599"/>
            <a:ext cx="7998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Speed in km/ hour =200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Speed in m/sec = 200 x 5/18 = 500/9 m/sec = 55.55 m/sec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722375" y="1435600"/>
            <a:ext cx="8066400" cy="30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train crosses a pole in 10 sec and a 200m long platform in 20 sec. What is the length of the train?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100m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200m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250m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300m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722375" y="1435600"/>
            <a:ext cx="76443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Let the length of train be x meter and speed be y m/sec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Therefore, time taken to cross the pole = x/y sec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and time taken to cross the platform = ( Length of train + Length of platform) / speed of train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Therefore x/y = 10 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And, (x+200) / y = 20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⇒ 10y + 200 = 20 y 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speed of train, y = 20 m/sec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solidFill>
                  <a:schemeClr val="dk1"/>
                </a:solidFill>
              </a:rPr>
              <a:t>And length of rain = x = 10y = 200m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3" name="Google Shape;123;p1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200 m long train is running at a speed of 60 km/ hr. Find out the time it takes to pass a man standing at the platform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10 sec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12 sec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 sec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18 sec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9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Speed of the train = (60 x 5/18) m/sec = 50/3 m/sec</a:t>
            </a:r>
            <a:endParaRPr sz="1400">
              <a:solidFill>
                <a:schemeClr val="dk1"/>
              </a:solidFill>
            </a:endParaRPr>
          </a:p>
          <a:p>
            <a:pPr indent="-1899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Distance covered in passing the standing person = 200m</a:t>
            </a:r>
            <a:endParaRPr sz="1400">
              <a:solidFill>
                <a:schemeClr val="dk1"/>
              </a:solidFill>
            </a:endParaRPr>
          </a:p>
          <a:p>
            <a:pPr indent="-1899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Required time taken= =200/(50/3) = 200 x (3/50) = 12 sec</a:t>
            </a:r>
            <a:endParaRPr sz="1400">
              <a:solidFill>
                <a:schemeClr val="dk1"/>
              </a:solidFill>
            </a:endParaRPr>
          </a:p>
          <a:p>
            <a:pPr indent="-1899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4" lvl="0" marL="11620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train is running at the speed of 264 Km/hr. If the length of the train is 330m, then how long will it take to cross a platform which is 330m long ?</a:t>
            </a:r>
            <a:endParaRPr sz="1600">
              <a:solidFill>
                <a:schemeClr val="dk1"/>
              </a:solidFill>
            </a:endParaRPr>
          </a:p>
          <a:p>
            <a:pPr indent="-330200" lvl="0" marL="400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9 sec</a:t>
            </a:r>
            <a:endParaRPr sz="1600">
              <a:solidFill>
                <a:schemeClr val="dk1"/>
              </a:solidFill>
            </a:endParaRPr>
          </a:p>
          <a:p>
            <a:pPr indent="-330200" lvl="0" marL="400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11 sec</a:t>
            </a:r>
            <a:endParaRPr sz="1600">
              <a:solidFill>
                <a:schemeClr val="dk1"/>
              </a:solidFill>
            </a:endParaRPr>
          </a:p>
          <a:p>
            <a:pPr indent="-330200" lvl="0" marL="400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12 sec</a:t>
            </a:r>
            <a:endParaRPr sz="1600">
              <a:solidFill>
                <a:schemeClr val="dk1"/>
              </a:solidFill>
            </a:endParaRPr>
          </a:p>
          <a:p>
            <a:pPr indent="-330200" lvl="0" marL="400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 sec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722375" y="1435600"/>
            <a:ext cx="8109900" cy="26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Speed of the train = (264 x 5/18) m/sec = 220/3 m/sec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Distance covered in passing the platform = (330+330) m= 660m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Time taken= ( 660 / (220/3) ) sec = (660 x 3/ 220 ) = 9 sec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</a:rPr>
              <a:t>A train which is 264 meter long passes a pole in 12 sec. Find out the speed of train?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80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80.6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82.2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79.2 km/hr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Correct Option: D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Length of train = 264 m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Time taken to cross the pole = 12 sec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Speed of the train, in m/sec = Length of the train/ Time taken to cross the pole 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Therefore, speed in m/sec= (264 / 12) m/sec = 22 m /sec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solidFill>
                  <a:schemeClr val="dk1"/>
                </a:solidFill>
              </a:rPr>
              <a:t>Calculating speed in km/ hour = (22 m/sec ) x 18/5 = 396/5 km/hr = 79.2 km/ hour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train 200 m long is running at a speed of 36 km/hr. It crosses a bridge in 30 sec. What is the length of the bridge?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150m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200m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125m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100m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Speed in m/sec = 36 km/hr x 5/18 = 10m/sec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Distance covered by train in crossing the bridge = Speed of train in m/sec x time in sec = 10 m/sec x 30 sec = 300 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Now, we know that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Distance covered by train in crossing the bridge= Length of train + Length of bridge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Therefore, Length of bridge = 300m - 200m = 100m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29083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22375" y="1435600"/>
            <a:ext cx="8093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train which 360m long takes 36 sec to cross a telegraph pole. How long will it take to cross a 240m long platform?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60 sec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 sec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66 sec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50 sec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/>
        </p:nvSpPr>
        <p:spPr>
          <a:xfrm>
            <a:off x="0" y="188686"/>
            <a:ext cx="31236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722375" y="1435600"/>
            <a:ext cx="8093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Speed of train in m/sec = 360m / 36 sec = 10 m/sec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Distance covered by train in crossing the platform = Length of train + Length of Platform = 360m + 240m = 600m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Therefore, Time taken to cover this distance = 600m /(10 m/sec)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60 sec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722375" y="1435600"/>
            <a:ext cx="8093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passenger train running at a speed of 72 km/hr crosses a 400m long platform in 30 sec. What is the length of the train?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200 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150 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180 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240 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722375" y="1435600"/>
            <a:ext cx="8093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Speed of train in m/sec = 72 km/hr x 5/18 = 20 m/sec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Distance covered in meter = Time taken in crossing the platform in sec x speed in meter = 30 sec x 20 m/sec = 600m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Now, we know , Distance covered by train in crossing the platform = Length of train + Length of Platform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Therefore, length of the train = 600m - 400m = 200m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722374" y="1435599"/>
            <a:ext cx="7817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length of train is equal to the length of the platform. Suppose the train is running at a speed of 36 km/hr and it crosses a platform in 2 minutes. What is then the length of the train?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620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550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600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d7a29b879_0_11"/>
          <p:cNvSpPr txBox="1"/>
          <p:nvPr/>
        </p:nvSpPr>
        <p:spPr>
          <a:xfrm>
            <a:off x="0" y="211118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2ed7a29b879_0_11"/>
          <p:cNvSpPr txBox="1"/>
          <p:nvPr/>
        </p:nvSpPr>
        <p:spPr>
          <a:xfrm>
            <a:off x="722374" y="1435599"/>
            <a:ext cx="78174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Speed in m/sec = 36km/hr x (5/18) = 10 m/sec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Given, Time taken by train to cross the platform = 2 min = 120 sec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the distance covered by train in crossing the platform = 10 m/sec x 120 sec = 1200 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Now, distance covered by train in crossing the platform = Length of train + Length of Platform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Given, Length of train = Length of Platform = x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2x = 1200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so, x = Length of train = 1200/2 = 600 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2ed7a29b879_0_1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722375" y="1435600"/>
            <a:ext cx="8093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train takes 24 sec to cross a 480 m platform and 36 sec to cover a 900 m platform. what is the length of the train?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360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390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430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d7a29b879_0_17"/>
          <p:cNvSpPr txBox="1"/>
          <p:nvPr/>
        </p:nvSpPr>
        <p:spPr>
          <a:xfrm>
            <a:off x="722375" y="1435600"/>
            <a:ext cx="8093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the length of the train be x meter and its speed be y m/sec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Then, (x + 480 m) / 24 sec = y ....(i)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, (x + 720 m) / 36 sec = y ....(ii)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Eqs (i) and (ii)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(x + 480) / 24 = (x + 900) / 36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⇒ 3x + 1440 = 2x + 1800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Length of train, x= 360m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2ed7a29b879_0_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722375" y="1435601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and B are two stations, a train goes from A to B at 64 km/hr. and return to A at a slower speed. If its average speed for the whole journey is 56 km/hr. at what speed did it return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48 km/hr.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49.77 km/hr.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52 km/hr.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47.46 km/hr.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d7a29b879_0_22"/>
          <p:cNvSpPr txBox="1"/>
          <p:nvPr>
            <p:ph idx="1" type="body"/>
          </p:nvPr>
        </p:nvSpPr>
        <p:spPr>
          <a:xfrm>
            <a:off x="722375" y="1435601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B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Let the required speed be y km/hr.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Then, ( 2 x 64 ) x [ y / (64 + y)] = 56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⇒ 128y = 64 x 56 + 56y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y= (64 x 56 ) / 72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= 49.77 km/hr.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g2ed7a29b879_0_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train 270 metres long is moving at a speed of 25 kmph. It will cross a man coming from the opposite direction at a speed of 2 km per hour in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36 seconds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32 seconds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28 seconds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24 seconds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d7a29b879_0_27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B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Relative speed = (25 + 2) = 27 km/hr = 27 x (5/18) m/sec. = 15/2 m/sec. 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Time taken by the train to pass the men. = 270 / (15/2) = 36 sec.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48" name="Google Shape;248;g2ed7a29b879_0_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train 300 meters long passes a standing man is 15 seconds.The speed of the train is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40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50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60 km/hr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72 km/hr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d7a29b879_0_33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∴ Speed = Distance / Time = (300/15)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= 20 m/sec 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= (20 x 18) / 5 = 72 km/hr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60" name="Google Shape;260;g2ed7a29b879_0_3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9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6" name="Google Shape;2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59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73" name="Google Shape;273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4" name="Google Shape;27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60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0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60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60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" name="Google Shape;281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60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" name="Google Shape;283;p60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</cp:coreProperties>
</file>