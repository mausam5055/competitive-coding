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Roboto"/>
      <p:regular r:id="rId47"/>
      <p:bold r:id="rId48"/>
      <p:italic r:id="rId49"/>
      <p:boldItalic r:id="rId50"/>
    </p:embeddedFont>
    <p:embeddedFont>
      <p:font typeface="Roboto Light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21">
          <p15:clr>
            <a:srgbClr val="FF0000"/>
          </p15:clr>
        </p15:guide>
        <p15:guide id="2" orient="horz" pos="1134">
          <p15:clr>
            <a:srgbClr val="FF0000"/>
          </p15:clr>
        </p15:guide>
        <p15:guide id="3" orient="horz" pos="707">
          <p15:clr>
            <a:srgbClr val="00FF00"/>
          </p15:clr>
        </p15:guide>
        <p15:guide id="4" orient="horz" pos="397">
          <p15:clr>
            <a:srgbClr val="00FF00"/>
          </p15:clr>
        </p15:guide>
        <p15:guide id="5" pos="792">
          <p15:clr>
            <a:srgbClr val="FF00FF"/>
          </p15:clr>
        </p15:guide>
        <p15:guide id="6" pos="5272">
          <p15:clr>
            <a:srgbClr val="FF00FF"/>
          </p15:clr>
        </p15:guide>
        <p15:guide id="7" pos="3572">
          <p15:clr>
            <a:srgbClr val="747775"/>
          </p15:clr>
        </p15:guide>
      </p15:sldGuideLst>
    </p:ext>
    <p:ext uri="GoogleSlidesCustomDataVersion2">
      <go:slidesCustomData xmlns:go="http://customooxmlschemas.google.com/" r:id="rId55" roundtripDataSignature="AMtx7mhRDiwq4tQPPJ1ptUpAigBkCfXm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21" orient="horz"/>
        <p:guide pos="1134" orient="horz"/>
        <p:guide pos="707" orient="horz"/>
        <p:guide pos="397" orient="horz"/>
        <p:guide pos="792"/>
        <p:guide pos="5272"/>
        <p:guide pos="35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Light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RobotoLight-italic.fntdata"/><Relationship Id="rId52" Type="http://schemas.openxmlformats.org/officeDocument/2006/relationships/font" Target="fonts/RobotoLight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Roboto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2aa414d8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g32aa414d81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ed0adb26e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1ed0adb26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f2d4a4c12_0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1f2d4a4c1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b3f0b72b1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1b3f0b72b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f0e54f785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1f0e54f78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f0faaad2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1f0faaad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f0e54f785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1f0e54f78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f0faaad28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1f0faaad2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f0faaad28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1f0faaad2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f0faaad28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1f0faaad2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c8ced4d36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1c8ced4d3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f0faaad28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1f0faaad2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f0faaad28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1f0faaad2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f0faaad28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1f0faaad2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c8ced4d36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1c8ced4d3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f0faaad28_0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1f0faaad2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c8ced4d36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1c8ced4d3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1f2d4a4c1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1f2d4a4c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1c8ced4d36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1c8ced4d3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1c8ced4d36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1c8ced4d3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1f2d4a4c12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1f2d4a4c1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1f2d4a4c12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1f2d4a4c1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f2d4a4c12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1f2d4a4c1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1f2d4a4c12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1f2d4a4c1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1f2d4a4c12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1f2d4a4c1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1f2d4a4c12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1f2d4a4c1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1c8ced4d36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1c8ced4d3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1f2d4a4c12_0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1f2d4a4c1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1f2d4a4c12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1f2d4a4c1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1f2d4a4c12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1f2d4a4c1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1f2d4a4c12_0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1f2d4a4c1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1f2d4a4c12_0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1f2d4a4c1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1f2d4a4c12_0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1f2d4a4c1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1f2d4a4c12_0_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1f2d4a4c1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1f2d4a4c12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1f2d4a4c1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1f2d4a4c12_0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1f2d4a4c1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1f2d4a4c12_0_1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1f2d4a4c12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" name="Google Shape;2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8" name="Google Shape;3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" name="Google Shape;41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44" name="Google Shape;44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6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56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56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56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4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.jp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/>
        </p:nvSpPr>
        <p:spPr>
          <a:xfrm>
            <a:off x="554725" y="2208725"/>
            <a:ext cx="3643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ARRANGEMENT - (Circular Relationship)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aa414d813_0_0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I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-I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I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g32aa414d813_0_0"/>
          <p:cNvSpPr txBox="1"/>
          <p:nvPr/>
        </p:nvSpPr>
        <p:spPr>
          <a:xfrm>
            <a:off x="577325" y="622125"/>
            <a:ext cx="77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                                    Test time on :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Articles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g32aa414d813_0_0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g32aa414d81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513" y="1406413"/>
            <a:ext cx="3095625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977800" y="1061100"/>
            <a:ext cx="37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CIRCULAR</a:t>
            </a:r>
            <a:r>
              <a:rPr b="1" i="0" lang="en-I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ARRANGEMENT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1257300" y="1430650"/>
            <a:ext cx="7391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rgbClr val="333333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Circular arrangement can be defined as an arrangement having a closed loop. Typical examples include situations wherein seating arrangements around a table have to be made. The table can be of any shape and need not necessarily be circular. This is illustrated by the following diagrams.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1150" y="3367660"/>
            <a:ext cx="5470700" cy="171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ed0adb26e_0_6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g31ed0adb26e_0_6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g31ed0adb26e_0_6"/>
          <p:cNvSpPr txBox="1"/>
          <p:nvPr/>
        </p:nvSpPr>
        <p:spPr>
          <a:xfrm>
            <a:off x="1257300" y="1122375"/>
            <a:ext cx="7391400" cy="40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Though the above diagrams look very different in terms of their structure, there would be minimal deviations in the interpretation of some common clues for all these diagrams.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For example,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is sitting opposite to D.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 is sitting to the immediate left of A.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 is sitting between A and C.</a:t>
            </a:r>
            <a:endParaRPr sz="1600">
              <a:solidFill>
                <a:srgbClr val="333333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f2d4a4c12_0_152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g31f2d4a4c12_0_152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g31f2d4a4c12_0_152"/>
          <p:cNvSpPr txBox="1"/>
          <p:nvPr/>
        </p:nvSpPr>
        <p:spPr>
          <a:xfrm>
            <a:off x="1257300" y="1122375"/>
            <a:ext cx="7391400" cy="3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Movements around the circular arrangement: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For the people facing the centre: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Left movement is called clockwise rotation.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Right movement is called anti-clockwise rotation.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For people facing outside, the opposite is true: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Left movement is called anti-clockwise rotation.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Right movement is called clockwise rotation.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b3f0b72b1_0_47"/>
          <p:cNvSpPr txBox="1"/>
          <p:nvPr/>
        </p:nvSpPr>
        <p:spPr>
          <a:xfrm>
            <a:off x="2381850" y="510625"/>
            <a:ext cx="4380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DIRECTION:Q01-Q04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g31b3f0b72b1_0_47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g31b3f0b72b1_0_47"/>
          <p:cNvSpPr txBox="1"/>
          <p:nvPr/>
        </p:nvSpPr>
        <p:spPr>
          <a:xfrm>
            <a:off x="1149850" y="1311025"/>
            <a:ext cx="90414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P, Q, R, S, T, U, V and W are sitting round the circle and are facing the centre: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508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 is second to the right of T who is the neighbour of R and V.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50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 is not the neighbour of P.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50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 is the neighbour of U.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50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Q is not between S and W. W is not between U and S.</a:t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g31b3f0b72b1_0_47"/>
          <p:cNvSpPr txBox="1"/>
          <p:nvPr/>
        </p:nvSpPr>
        <p:spPr>
          <a:xfrm>
            <a:off x="6762150" y="39147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f0e54f785_0_5"/>
          <p:cNvSpPr txBox="1"/>
          <p:nvPr/>
        </p:nvSpPr>
        <p:spPr>
          <a:xfrm>
            <a:off x="2381850" y="510625"/>
            <a:ext cx="4380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g31f0e54f785_0_5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g31f0e54f785_0_5"/>
          <p:cNvSpPr txBox="1"/>
          <p:nvPr/>
        </p:nvSpPr>
        <p:spPr>
          <a:xfrm>
            <a:off x="1257125" y="1194150"/>
            <a:ext cx="90414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Which two of the following are not neighbours 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RV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UV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RP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QW</a:t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g31f0e54f785_0_5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f0faaad28_0_0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g31f0faaad28_0_0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9" name="Google Shape;119;g31f0faaad2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7600" y="1511200"/>
            <a:ext cx="2968800" cy="21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1f0faaad28_0_0"/>
          <p:cNvSpPr txBox="1"/>
          <p:nvPr/>
        </p:nvSpPr>
        <p:spPr>
          <a:xfrm>
            <a:off x="2414225" y="3712850"/>
            <a:ext cx="481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IN">
                <a:solidFill>
                  <a:schemeClr val="dk1"/>
                </a:solidFill>
              </a:rPr>
              <a:t>From the above diagram R and V are not </a:t>
            </a: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neighbours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f0e54f785_0_16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g31f0e54f785_0_16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g31f0e54f785_0_16"/>
          <p:cNvSpPr txBox="1"/>
          <p:nvPr/>
        </p:nvSpPr>
        <p:spPr>
          <a:xfrm>
            <a:off x="1257125" y="1194150"/>
            <a:ext cx="90414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Which one is immediate right to the V 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g31f0e54f785_0_16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f0faaad28_0_7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g31f0faaad28_0_7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g31f0faaad28_0_7"/>
          <p:cNvSpPr txBox="1"/>
          <p:nvPr/>
        </p:nvSpPr>
        <p:spPr>
          <a:xfrm>
            <a:off x="3266350" y="3601400"/>
            <a:ext cx="30000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>
                <a:highlight>
                  <a:srgbClr val="FFFFFF"/>
                </a:highlight>
              </a:rPr>
              <a:t>T is immediate right to the V.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EFEFE"/>
              </a:highlight>
            </a:endParaRPr>
          </a:p>
        </p:txBody>
      </p:sp>
      <p:pic>
        <p:nvPicPr>
          <p:cNvPr id="136" name="Google Shape;136;g31f0faaad28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9238" y="1436138"/>
            <a:ext cx="2550025" cy="194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f0faaad28_0_15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g31f0faaad28_0_15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g31f0faaad28_0_15"/>
          <p:cNvSpPr txBox="1"/>
          <p:nvPr/>
        </p:nvSpPr>
        <p:spPr>
          <a:xfrm>
            <a:off x="1257125" y="1194150"/>
            <a:ext cx="90414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Which of the following is correct 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 is to the immediate right of Q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 is between U and V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Q is to the immediate left of W</a:t>
            </a:r>
            <a:endParaRPr sz="1600">
              <a:solidFill>
                <a:srgbClr val="0077CC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 is between W and S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g31f0faaad28_0_15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f0faaad28_0_22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g31f0faaad28_0_22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1" name="Google Shape;151;g31f0faaad28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3050" y="1383563"/>
            <a:ext cx="2687675" cy="22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1f0faaad28_0_22"/>
          <p:cNvSpPr txBox="1"/>
          <p:nvPr/>
        </p:nvSpPr>
        <p:spPr>
          <a:xfrm>
            <a:off x="3266350" y="4220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Option C is the correct answer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c8ced4d36_0_8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DIRECTION-Q0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-Q07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g31c8ced4d36_0_8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g31c8ced4d36_0_8"/>
          <p:cNvSpPr txBox="1"/>
          <p:nvPr/>
        </p:nvSpPr>
        <p:spPr>
          <a:xfrm>
            <a:off x="1300800" y="1187625"/>
            <a:ext cx="6999000" cy="3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Read the following information given below and answer the questions that follow.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romanL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P, Q, R, S, T, U and V are seven friends and are sitting in a circle facing the center of the circle.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romanL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 is second to the left of S and is the neighbour of T and U.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romanL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 is not a neighbour of R or T.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romanL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 is neighbour of Q and R.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g31c8ced4d36_0_8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f0faaad28_0_29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g31f0faaad28_0_29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g31f0faaad28_0_29"/>
          <p:cNvSpPr txBox="1"/>
          <p:nvPr/>
        </p:nvSpPr>
        <p:spPr>
          <a:xfrm>
            <a:off x="1257125" y="1194150"/>
            <a:ext cx="90414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Which of the following is correct?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Q is between P and S.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 is between U and P.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 is to the immediate right of V.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 is to the immediate left of V.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g31f0faaad28_0_29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f0faaad28_0_36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g31f0faaad28_0_36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g31f0faaad28_0_36"/>
          <p:cNvSpPr txBox="1"/>
          <p:nvPr/>
        </p:nvSpPr>
        <p:spPr>
          <a:xfrm>
            <a:off x="3184550" y="3601400"/>
            <a:ext cx="30000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Hence Q is between P and S.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EFEFE"/>
              </a:highlight>
            </a:endParaRPr>
          </a:p>
        </p:txBody>
      </p:sp>
      <p:pic>
        <p:nvPicPr>
          <p:cNvPr id="176" name="Google Shape;176;g31f0faaad28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9075" y="1497200"/>
            <a:ext cx="2310950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1f0faaad28_0_36"/>
          <p:cNvSpPr txBox="1"/>
          <p:nvPr/>
        </p:nvSpPr>
        <p:spPr>
          <a:xfrm>
            <a:off x="266350" y="1122375"/>
            <a:ext cx="3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The persons are sitting in the following way: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f0faaad28_0_57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g31f0faaad28_0_57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g31f0faaad28_0_57"/>
          <p:cNvSpPr txBox="1"/>
          <p:nvPr/>
        </p:nvSpPr>
        <p:spPr>
          <a:xfrm>
            <a:off x="1257125" y="1194150"/>
            <a:ext cx="7112100" cy="25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Which of the following has the pair with the second person sitting to the immediate right of the first person?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QU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VU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TR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PT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g31f0faaad28_0_57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c8ced4d36_0_18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g31c8ced4d36_0_18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g31c8ced4d36_0_18"/>
          <p:cNvSpPr txBox="1"/>
          <p:nvPr/>
        </p:nvSpPr>
        <p:spPr>
          <a:xfrm>
            <a:off x="3184550" y="3601400"/>
            <a:ext cx="30000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U is sitting to immediate right of V.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93" name="Google Shape;193;g31c8ced4d36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9075" y="1497200"/>
            <a:ext cx="2310950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1c8ced4d36_0_18"/>
          <p:cNvSpPr txBox="1"/>
          <p:nvPr/>
        </p:nvSpPr>
        <p:spPr>
          <a:xfrm>
            <a:off x="266350" y="1122375"/>
            <a:ext cx="3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The persons are sitting in the following way: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f0faaad28_0_71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g31f0faaad28_0_71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g31f0faaad28_0_71"/>
          <p:cNvSpPr txBox="1"/>
          <p:nvPr/>
        </p:nvSpPr>
        <p:spPr>
          <a:xfrm>
            <a:off x="1257125" y="1194150"/>
            <a:ext cx="7112100" cy="3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Which of the following will be S’s position after T and S interchange their places?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Neighbour of V and R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To the immediate left of R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To the immediate right of U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Neighbour of R and P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g31f0faaad28_0_71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1c8ced4d36_0_26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g31c8ced4d36_0_26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g31c8ced4d36_0_26"/>
          <p:cNvSpPr txBox="1"/>
          <p:nvPr/>
        </p:nvSpPr>
        <p:spPr>
          <a:xfrm>
            <a:off x="1842425" y="3601400"/>
            <a:ext cx="6740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If S and T will interchange their positions then S will be the neighbour of V and R.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10" name="Google Shape;210;g31c8ced4d36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9075" y="1497200"/>
            <a:ext cx="2310950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1c8ced4d36_0_26"/>
          <p:cNvSpPr txBox="1"/>
          <p:nvPr/>
        </p:nvSpPr>
        <p:spPr>
          <a:xfrm>
            <a:off x="266350" y="1122375"/>
            <a:ext cx="3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The persons are sitting in the following way: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1f2d4a4c12_0_0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g31f2d4a4c12_0_0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g31f2d4a4c12_0_0"/>
          <p:cNvSpPr txBox="1"/>
          <p:nvPr/>
        </p:nvSpPr>
        <p:spPr>
          <a:xfrm>
            <a:off x="1257125" y="1194150"/>
            <a:ext cx="71121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Which of the following has the second person sitting between the first and third persons?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SPQ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VRT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QRP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VUS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g31f2d4a4c12_0_0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1c8ced4d36_0_36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g31c8ced4d36_0_36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g31c8ced4d36_0_36"/>
          <p:cNvSpPr txBox="1"/>
          <p:nvPr/>
        </p:nvSpPr>
        <p:spPr>
          <a:xfrm>
            <a:off x="1314350" y="3601400"/>
            <a:ext cx="6740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U is sitting between V and S.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27" name="Google Shape;227;g31c8ced4d36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9075" y="1497200"/>
            <a:ext cx="2310950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1c8ced4d36_0_36"/>
          <p:cNvSpPr txBox="1"/>
          <p:nvPr/>
        </p:nvSpPr>
        <p:spPr>
          <a:xfrm>
            <a:off x="266350" y="1122375"/>
            <a:ext cx="3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The persons are sitting in the following way: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1c8ced4d36_0_44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DIRECTION-Q0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-Q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g31c8ced4d36_0_44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g31c8ced4d36_0_44"/>
          <p:cNvSpPr txBox="1"/>
          <p:nvPr/>
        </p:nvSpPr>
        <p:spPr>
          <a:xfrm>
            <a:off x="1257125" y="981300"/>
            <a:ext cx="6999000" cy="4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Study the information given below and answer the given questions.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Eight friends A, B, C, D, E, F, G and H are sitting in a circle, but not necessarily in the same order. Four of them are facing outside and four of them are facing the centre.JTS Institute Bank PO Exams -Work Book 27 JTS Institute 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1. E faces outside, Both the immediate neighbours of E face the centre. H sits second to the right of     E. B sits third to the left of E.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2. D faces the centre. Both the immediate neighbours of D face outside.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3. G sits second to the left of A. B sits third to the right of H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4. F is an immediate neighbour of D. C is an immediate neighbour of G.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5. D is not an immediate neighbour of B.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g31c8ced4d36_0_44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1f2d4a4c12_0_13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g31f2d4a4c12_0_13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g31f2d4a4c12_0_13"/>
          <p:cNvSpPr txBox="1"/>
          <p:nvPr/>
        </p:nvSpPr>
        <p:spPr>
          <a:xfrm>
            <a:off x="1257125" y="1194150"/>
            <a:ext cx="71121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Who amongst the following sits exactly between F and C (and is also their neighbour)?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g31f2d4a4c12_0_13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B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1f2d4a4c12_0_22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g31f2d4a4c12_0_22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1" name="Google Shape;251;g31f2d4a4c12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0663" y="1695025"/>
            <a:ext cx="2661175" cy="175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f2d4a4c12_0_29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g31f2d4a4c12_0_29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g31f2d4a4c12_0_29"/>
          <p:cNvSpPr txBox="1"/>
          <p:nvPr/>
        </p:nvSpPr>
        <p:spPr>
          <a:xfrm>
            <a:off x="1257125" y="1194150"/>
            <a:ext cx="7112100" cy="25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all the people are made to sit in an alphabetical order, in clockwise direction, starting from A, the position of whom amongst the following remains the same (excluding A )?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g31f2d4a4c12_0_29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1f2d4a4c12_0_36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g31f2d4a4c12_0_36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6" name="Google Shape;266;g31f2d4a4c12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2125" y="1499300"/>
            <a:ext cx="2288425" cy="21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1f2d4a4c12_0_52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g31f2d4a4c12_0_52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g31f2d4a4c12_0_52"/>
          <p:cNvSpPr txBox="1"/>
          <p:nvPr/>
        </p:nvSpPr>
        <p:spPr>
          <a:xfrm>
            <a:off x="1257125" y="1122375"/>
            <a:ext cx="7112100" cy="3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Four of the following five are alike in a certain way, based on the information given above and so form a group. Which is the one that does not belong to that group?</a:t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HA </a:t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FH </a:t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GC</a:t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DA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g31f2d4a4c12_0_52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1f2d4a4c12_0_59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g31f2d4a4c12_0_59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1" name="Google Shape;281;g31f2d4a4c12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8950" y="1499313"/>
            <a:ext cx="2288425" cy="21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1c8ced4d36_0_54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DIRECTION-Q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-Q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g31c8ced4d36_0_54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g31c8ced4d36_0_54"/>
          <p:cNvSpPr txBox="1"/>
          <p:nvPr/>
        </p:nvSpPr>
        <p:spPr>
          <a:xfrm>
            <a:off x="1257125" y="981300"/>
            <a:ext cx="6999000" cy="40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Study the following information carefully and answer the given questions. </a:t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A, B,C, D, E, F, G and H are sitting around a circle facing the centre but not necessarily in the same order. </a:t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➔"/>
            </a:pPr>
            <a:r>
              <a:rPr lang="en-IN" sz="16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B sits second to the left of H’s husband. No female is an immediate neighbour of B. </a:t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➔"/>
            </a:pPr>
            <a:r>
              <a:rPr lang="en-IN" sz="16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D’s daughter sits second to the right of F. F is the sister of G. F is not an immediate neighbour of H’s husband. </a:t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➔"/>
            </a:pPr>
            <a:r>
              <a:rPr lang="en-IN" sz="16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Only one person sits between A and F. A is father of G.</a:t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➔"/>
            </a:pPr>
            <a:r>
              <a:rPr lang="en-IN" sz="16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 H’s brother D sits on the immediate left of H’s mother. </a:t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➔"/>
            </a:pPr>
            <a:r>
              <a:rPr lang="en-IN" sz="16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Only one person sits between H’s mother and E. </a:t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➔"/>
            </a:pPr>
            <a:r>
              <a:rPr lang="en-IN" sz="16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Only one person sits between H and G. G is the mother of C. G is not an immediate neighbour of E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g31c8ced4d36_0_54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1f2d4a4c12_0_67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g31f2d4a4c12_0_67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g31f2d4a4c12_0_67"/>
          <p:cNvSpPr txBox="1"/>
          <p:nvPr/>
        </p:nvSpPr>
        <p:spPr>
          <a:xfrm>
            <a:off x="1257125" y="1194150"/>
            <a:ext cx="7112100" cy="3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Which of the following is true with respect to the given seating arrangement?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 is cousin of E.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 and H’s husband are immediate neighbours of each other.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 female is an immediate neighbour of C.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 sits third to the left of her daughter.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 is mother of H.</a:t>
            </a:r>
            <a:endParaRPr sz="16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g31f2d4a4c12_0_67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1f2d4a4c12_0_74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g31f2d4a4c12_0_74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4" name="Google Shape;304;g31f2d4a4c12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9039" y="1430638"/>
            <a:ext cx="271462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f2d4a4c12_0_87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g31f2d4a4c12_0_87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g31f2d4a4c12_0_87"/>
          <p:cNvSpPr txBox="1"/>
          <p:nvPr/>
        </p:nvSpPr>
        <p:spPr>
          <a:xfrm>
            <a:off x="1257125" y="1194150"/>
            <a:ext cx="7112100" cy="3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Four of the following five are alike in a certain way based on the given information and so form a group. Which is the one that does not belong to that group?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g31f2d4a4c12_0_87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f2d4a4c12_0_94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g31f2d4a4c12_0_94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9" name="Google Shape;319;g31f2d4a4c12_0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1713" y="1602713"/>
            <a:ext cx="271462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1f2d4a4c12_0_101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g31f2d4a4c12_0_101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g31f2d4a4c12_0_101"/>
          <p:cNvSpPr txBox="1"/>
          <p:nvPr/>
        </p:nvSpPr>
        <p:spPr>
          <a:xfrm>
            <a:off x="1257125" y="1194150"/>
            <a:ext cx="71121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is the position of A with respect to his grandchild?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Immediate right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Third to the right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Third to the left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Second to the left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g31f2d4a4c12_0_101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1f2d4a4c12_0_108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g31f2d4a4c12_0_108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g31f2d4a4c12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3463" y="1381338"/>
            <a:ext cx="2714625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1f2d4a4c12_0_108"/>
          <p:cNvSpPr txBox="1"/>
          <p:nvPr/>
        </p:nvSpPr>
        <p:spPr>
          <a:xfrm>
            <a:off x="972688" y="3575025"/>
            <a:ext cx="733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C is grandchild of A. Thus A's position with respect to his grandchild is immediate right.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1f2d4a4c12_0_115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g31f2d4a4c12_0_115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g31f2d4a4c12_0_115"/>
          <p:cNvSpPr txBox="1"/>
          <p:nvPr/>
        </p:nvSpPr>
        <p:spPr>
          <a:xfrm>
            <a:off x="1257125" y="1194150"/>
            <a:ext cx="71121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Who amongst the following is D’s daughter?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g31f2d4a4c12_0_115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1f2d4a4c12_0_122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g31f2d4a4c12_0_122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0" name="Google Shape;350;g31f2d4a4c12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9025" y="1637613"/>
            <a:ext cx="271462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1f2d4a4c12_0_136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QUESTION-Q1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g31f2d4a4c12_0_136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g31f2d4a4c12_0_136"/>
          <p:cNvSpPr txBox="1"/>
          <p:nvPr/>
        </p:nvSpPr>
        <p:spPr>
          <a:xfrm>
            <a:off x="1257125" y="1194150"/>
            <a:ext cx="71121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is the position of A with respect to his mother-in-law?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Immediate left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Third to the right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Third to the left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Second to the right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g31f2d4a4c12_0_136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1f2d4a4c12_0_143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g31f2d4a4c12_0_143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Q1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g31f2d4a4c12_0_143"/>
          <p:cNvSpPr txBox="1"/>
          <p:nvPr/>
        </p:nvSpPr>
        <p:spPr>
          <a:xfrm>
            <a:off x="1450775" y="3415300"/>
            <a:ext cx="668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B is mother-in-law of A. Hence, A's position with respect to his mother-in-law is second to the right.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366" name="Google Shape;366;g31f2d4a4c12_0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3463" y="1152738"/>
            <a:ext cx="271462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372" name="Google Shape;372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73" name="Google Shape;37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I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5" name="Google Shape;37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8" name="Google Shape;378;p4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4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0" name="Google Shape;380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" name="Google Shape;382;p4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</cp:coreProperties>
</file>