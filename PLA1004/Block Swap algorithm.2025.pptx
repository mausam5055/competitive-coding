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ZjQ+ckjaLy/WcT+wbIeaEvK9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700E70-CCA2-4667-9F01-0CAB2459EF06}">
  <a:tblStyle styleId="{05700E70-CCA2-4667-9F01-0CAB2459EF0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172A5F3C-EF6B-4B8F-A60B-20F10EF3CC7C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9C24200-666C-4368-97F7-780B372346FD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4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  <a:tblStyle styleId="{29A6019A-51B2-475A-A96A-4AD1BDE66D4A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6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33A0138D-A27A-412A-91D5-92B51367F0F6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6EFF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6EFF0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F7FEB8A9-BEA7-4D47-B87A-AD5E840D23B2}" styleName="Table_5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3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1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17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1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2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2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3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024f648a6_0_0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25024f648a6_0_0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36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3f307fc558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3f307fc5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f307fc558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3f307fc5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3f307fc558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3f307fc5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" name="Google Shape;1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hyperlink" Target="https://learn.codemithra.com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6" name="Google Shape;56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7" name="Google Shape;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3" y="600290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3" y="3386140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780945" y="1140630"/>
            <a:ext cx="7993626" cy="97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i="0" lang="en-US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1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https://forms.gle/4tAwWTB5Mzk4ryx77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i="0" lang="en-US" sz="1600" u="none" cap="none" strike="noStrike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494264" y="540486"/>
            <a:ext cx="5828371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TIME ON SWAP TWO NIBBLES IN A BYTE</a:t>
            </a:r>
            <a:endParaRPr b="1" i="0" sz="3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3659" y="1918010"/>
            <a:ext cx="3040565" cy="268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 txBox="1"/>
          <p:nvPr/>
        </p:nvSpPr>
        <p:spPr>
          <a:xfrm>
            <a:off x="96644" y="1925434"/>
            <a:ext cx="4690948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BLOCK SWAP ALGORITHM</a:t>
            </a:r>
            <a:endParaRPr b="1" i="0" sz="3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555120" y="576879"/>
            <a:ext cx="7545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Introduction: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Block Swap algorithm, also known as the Array Rotation algorithm, is a technique used to rotate the elements of an array by a given number of positions.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operates by dividing the array into two blocks and then swapping the elements between these blocks in a specific manner.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555120" y="593893"/>
            <a:ext cx="7544880" cy="3000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Swap algorithm:</a:t>
            </a:r>
            <a:endParaRPr b="1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 The algorithm takes as input an array of elements and the number of positions by which the array needs to be rotated.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83C92"/>
                </a:solidFill>
                <a:latin typeface="Roboto"/>
                <a:ea typeface="Roboto"/>
                <a:cs typeface="Roboto"/>
                <a:sym typeface="Roboto"/>
              </a:rPr>
              <a:t>Divide the array into two blocks: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1: This block consists of the first "d" elements of the array, where "d" is the number of positions to rotate.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2: This block contains the remaining elements of the array.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55120" y="592168"/>
            <a:ext cx="83064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 the elements between Block 1 and Block 2: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algorithm performs a simple swap operation, where it exchanges the elements at corresponding positions in Block 1 and Block 2.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the swap, you will have two separate blocks: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2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1: This block now consists of the elements that were originally in Block 2.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2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2: This block now contains the elements that were originally in Block 1.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555117" y="1394715"/>
            <a:ext cx="75450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repeating these steps, the algorithm gradually rotates the array by the specified number of positions.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continues dividing the array into two blocks and swapping their elements until the entire array has been rotated.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555120" y="898693"/>
            <a:ext cx="754488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Example:array [1, 2, 3, 4, 5] and we want to rotate it by 2 positions.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1036350" y="2032300"/>
            <a:ext cx="6588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array: [1, 2, 3, 4, 5]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2.Divide the array into two blocks: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1: [1, 2] (first 2 elements)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2: [3, 4, 5] (remaining elements)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3086100" y="2534631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9CE7F5"/>
                    </a:gs>
                    <a:gs pos="35000">
                      <a:srgbClr val="BBEAF6"/>
                    </a:gs>
                    <a:gs pos="100000">
                      <a:srgbClr val="E4F9FC"/>
                    </a:gs>
                  </a:gsLst>
                  <a:lin ang="16200000" scaled="0"/>
                </a:gradFill>
                <a:tableStyleId>{05700E70-CCA2-4667-9F01-0CAB2459EF06}</a:tableStyleId>
              </a:tblPr>
              <a:tblGrid>
                <a:gridCol w="594350"/>
                <a:gridCol w="594350"/>
                <a:gridCol w="594350"/>
                <a:gridCol w="594350"/>
                <a:gridCol w="594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BC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BCB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" name="Google Shape;107;p21"/>
          <p:cNvGraphicFramePr/>
          <p:nvPr/>
        </p:nvGraphicFramePr>
        <p:xfrm>
          <a:off x="3086100" y="3557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{05700E70-CCA2-4667-9F01-0CAB2459EF06}</a:tableStyleId>
              </a:tblPr>
              <a:tblGrid>
                <a:gridCol w="594350"/>
                <a:gridCol w="594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5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5A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Google Shape;108;p21"/>
          <p:cNvGraphicFramePr/>
          <p:nvPr/>
        </p:nvGraphicFramePr>
        <p:xfrm>
          <a:off x="4869144" y="3557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{172A5F3C-EF6B-4B8F-A60B-20F10EF3CC7C}</a:tableStyleId>
              </a:tblPr>
              <a:tblGrid>
                <a:gridCol w="618650"/>
                <a:gridCol w="595650"/>
                <a:gridCol w="607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1068200" y="865875"/>
            <a:ext cx="65187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 the elements between Block 1 and Block 2: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3.After Swapped array: [3, 4, 5, 1, 2]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41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4.Separate the swapped array into two blocks: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1: [3, 4, 5] (original Block 2)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2: [1, 2] (original Block 1)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2825276" y="1745785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FFD17D"/>
                    </a:gs>
                    <a:gs pos="35000">
                      <a:srgbClr val="FFDCA3"/>
                    </a:gs>
                    <a:gs pos="100000">
                      <a:srgbClr val="FFF1D8"/>
                    </a:gs>
                  </a:gsLst>
                  <a:lin ang="16200000" scaled="0"/>
                </a:gradFill>
                <a:tableStyleId>{19C24200-666C-4368-97F7-780B372346FD}</a:tableStyleId>
              </a:tblPr>
              <a:tblGrid>
                <a:gridCol w="723500"/>
                <a:gridCol w="723500"/>
                <a:gridCol w="723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" name="Google Shape;116;p22"/>
          <p:cNvGraphicFramePr/>
          <p:nvPr/>
        </p:nvGraphicFramePr>
        <p:xfrm>
          <a:off x="4995746" y="17457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{19C24200-666C-4368-97F7-780B372346FD}</a:tableStyleId>
              </a:tblPr>
              <a:tblGrid>
                <a:gridCol w="862025"/>
                <a:gridCol w="862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276" y="2824928"/>
            <a:ext cx="2286198" cy="40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0555" y="2779555"/>
            <a:ext cx="1798476" cy="41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1009943" y="915861"/>
            <a:ext cx="79716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5. Repeat steps 2-4 once more: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3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1: [3, 4] (first 2 elements from Block 1)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3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Block 2: [5, 1, 2] (remaining elements from Block 1)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3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Swapped array: [5, 1, 2, 3, 4]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6.The final array after rotating by 2 positions is [5, 1, 2, 3, 4].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5" name="Google Shape;125;p24"/>
          <p:cNvGraphicFramePr/>
          <p:nvPr/>
        </p:nvGraphicFramePr>
        <p:xfrm>
          <a:off x="4669922" y="1485671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FFFF7D"/>
                    </a:gs>
                    <a:gs pos="35000">
                      <a:srgbClr val="FFFFA3"/>
                    </a:gs>
                    <a:gs pos="100000">
                      <a:srgbClr val="FFFFD8"/>
                    </a:gs>
                  </a:gsLst>
                  <a:lin ang="16200000" scaled="0"/>
                </a:gradFill>
                <a:tableStyleId>{29A6019A-51B2-475A-A96A-4AD1BDE66D4A}</a:tableStyleId>
              </a:tblPr>
              <a:tblGrid>
                <a:gridCol w="829175"/>
                <a:gridCol w="829175"/>
                <a:gridCol w="829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24"/>
          <p:cNvGraphicFramePr/>
          <p:nvPr/>
        </p:nvGraphicFramePr>
        <p:xfrm>
          <a:off x="3052806" y="14930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{29A6019A-51B2-475A-A96A-4AD1BDE66D4A}</a:tableStyleId>
              </a:tblPr>
              <a:tblGrid>
                <a:gridCol w="511600"/>
                <a:gridCol w="511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Google Shape;127;p24"/>
          <p:cNvGraphicFramePr/>
          <p:nvPr/>
        </p:nvGraphicFramePr>
        <p:xfrm>
          <a:off x="1947746" y="4294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{33A0138D-A27A-412A-91D5-92B51367F0F6}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Google Shape;128;p24"/>
          <p:cNvGraphicFramePr/>
          <p:nvPr/>
        </p:nvGraphicFramePr>
        <p:xfrm>
          <a:off x="2632186" y="33973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{29A6019A-51B2-475A-A96A-4AD1BDE66D4A}</a:tableStyleId>
              </a:tblPr>
              <a:tblGrid>
                <a:gridCol w="829175"/>
                <a:gridCol w="829175"/>
                <a:gridCol w="829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3273" y="3355260"/>
            <a:ext cx="1219306" cy="435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076633" y="2002827"/>
            <a:ext cx="7949380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 of O(n)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where n is the number of elements in the array.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  O(1)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since it performs the rotation in place without using additional data structures.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076633" y="126754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and space complexity 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35"/>
          <p:cNvSpPr txBox="1"/>
          <p:nvPr/>
        </p:nvSpPr>
        <p:spPr>
          <a:xfrm>
            <a:off x="1138626" y="1510613"/>
            <a:ext cx="7949380" cy="304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 1: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10, 20, 30, 40, 50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rotations = 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Rotated array: 40 50 10 20 30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 2: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7, 8, 9, 10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rotations = 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Rotated array: 8 9 10 7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35"/>
          <p:cNvSpPr txBox="1"/>
          <p:nvPr/>
        </p:nvSpPr>
        <p:spPr>
          <a:xfrm>
            <a:off x="1044000" y="935879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Program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5024f648a6_0_0"/>
          <p:cNvSpPr/>
          <p:nvPr/>
        </p:nvSpPr>
        <p:spPr>
          <a:xfrm>
            <a:off x="555120" y="915840"/>
            <a:ext cx="7545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9" name="Google Shape;149;g25024f648a6_0_0"/>
          <p:cNvGraphicFramePr/>
          <p:nvPr/>
        </p:nvGraphicFramePr>
        <p:xfrm>
          <a:off x="280694" y="697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{F7FEB8A9-BEA7-4D47-B87A-AD5E840D23B2}</a:tableStyleId>
              </a:tblPr>
              <a:tblGrid>
                <a:gridCol w="4183525"/>
                <a:gridCol w="3910350"/>
              </a:tblGrid>
              <a:tr h="360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import java.util.*;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class Main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public static void Rotatetoleft(int[] arr, int n, int k)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if (n == 0)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return;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k = k % n;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if (k &gt; n)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return;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int[] temp = new int[k];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for (int i = 0; i &lt; k; i++)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temp[i] = arr[i];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}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for (int i = 0; i &lt; n - k; i++)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arr[i] = arr[i + k];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}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for (int i = n - k; i &lt; n; i++) {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arr[i] = temp[i - n + k];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static void main(String args[])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int n = 7;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int[] arr = {1,2,3,4,5,6,7};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int k = 2;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Rotatetoleft(arr, n, k);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System.out.println("After Rotating the elements to left ");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for (int i = 0; i &lt; n; i++)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System.out.print(arr[i] + " ");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}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}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/>
          <p:nvPr/>
        </p:nvSpPr>
        <p:spPr>
          <a:xfrm>
            <a:off x="555120" y="915840"/>
            <a:ext cx="7544880" cy="829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5" name="Google Shape;155;p36"/>
          <p:cNvGraphicFramePr/>
          <p:nvPr/>
        </p:nvGraphicFramePr>
        <p:xfrm>
          <a:off x="224906" y="695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{F7FEB8A9-BEA7-4D47-B87A-AD5E840D23B2}</a:tableStyleId>
              </a:tblPr>
              <a:tblGrid>
                <a:gridCol w="4778475"/>
                <a:gridCol w="3915700"/>
              </a:tblGrid>
              <a:tr h="362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 class BlockSwapAlgorithm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public static void rotateArray(int[] arr, int d) {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int n = arr.length;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d = d % n;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if (d == 0)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return; 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swap(arr, 0, d - 1); 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swap(arr, d, n - 1); 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swap(arr, 0, n - 1); 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public static void swap(int[] arr, int start, int end) {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while (start &lt; end) {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int temp = arr[start];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arr[start] = arr[end];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arr[end] = temp;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start++;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end--;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}}     </a:t>
                      </a: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public static void main(String[] args) {</a:t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int[] arr = {1, 2, 3, 4, 5};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int rotations = 2;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5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</a:t>
                      </a: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rotateArray(arr, rotations);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System.out.println("Rotated array:");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for (int i : arr) {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   System.out.print(i + " ");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}</a:t>
                      </a:r>
                      <a:endParaRPr sz="15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3f307fc558_0_8"/>
          <p:cNvSpPr/>
          <p:nvPr/>
        </p:nvSpPr>
        <p:spPr>
          <a:xfrm>
            <a:off x="1007602" y="793695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23f307fc558_0_8"/>
          <p:cNvSpPr txBox="1"/>
          <p:nvPr/>
        </p:nvSpPr>
        <p:spPr>
          <a:xfrm>
            <a:off x="622564" y="757068"/>
            <a:ext cx="8117100" cy="89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Describe the Block Swap algorithm and how it works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23f307fc558_0_8"/>
          <p:cNvSpPr txBox="1"/>
          <p:nvPr/>
        </p:nvSpPr>
        <p:spPr>
          <a:xfrm>
            <a:off x="947579" y="1410395"/>
            <a:ext cx="7200900" cy="3093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The Block Swap algorithm is used to rotate an array by a given number of positions. It involves swapping blocks of elements within the array to achieve rotation. The algorithm divides the array into two blocks, A and B, where A has the first d elements and B has the remaining elements. It then performs a series of swaps to move the elements from A to B and vice versa, until the desired rotation is achieved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23f307fc558_0_8"/>
          <p:cNvSpPr txBox="1"/>
          <p:nvPr/>
        </p:nvSpPr>
        <p:spPr>
          <a:xfrm>
            <a:off x="374361" y="339585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f307fc558_0_18"/>
          <p:cNvSpPr/>
          <p:nvPr/>
        </p:nvSpPr>
        <p:spPr>
          <a:xfrm>
            <a:off x="1007602" y="995377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23f307fc558_0_18"/>
          <p:cNvSpPr txBox="1"/>
          <p:nvPr/>
        </p:nvSpPr>
        <p:spPr>
          <a:xfrm>
            <a:off x="565070" y="1278615"/>
            <a:ext cx="8117100" cy="79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time complexity of the Block Swap algorithm?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23f307fc558_0_18"/>
          <p:cNvSpPr txBox="1"/>
          <p:nvPr/>
        </p:nvSpPr>
        <p:spPr>
          <a:xfrm>
            <a:off x="1129063" y="2063832"/>
            <a:ext cx="7200900" cy="1107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time complexity of the Block Swap algorithm is O(n), where n is the number of elements in the array.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23f307fc558_0_18"/>
          <p:cNvSpPr txBox="1"/>
          <p:nvPr/>
        </p:nvSpPr>
        <p:spPr>
          <a:xfrm>
            <a:off x="374708" y="723145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3f307fc558_0_30"/>
          <p:cNvSpPr/>
          <p:nvPr/>
        </p:nvSpPr>
        <p:spPr>
          <a:xfrm>
            <a:off x="1007602" y="790605"/>
            <a:ext cx="6333300" cy="44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C0C0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23f307fc558_0_30"/>
          <p:cNvSpPr txBox="1"/>
          <p:nvPr/>
        </p:nvSpPr>
        <p:spPr>
          <a:xfrm>
            <a:off x="549502" y="1260839"/>
            <a:ext cx="8117100" cy="89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the applications of the Block Swap algorithm?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g23f307fc558_0_30"/>
          <p:cNvSpPr txBox="1"/>
          <p:nvPr/>
        </p:nvSpPr>
        <p:spPr>
          <a:xfrm>
            <a:off x="1007602" y="2090768"/>
            <a:ext cx="7200900" cy="1846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Rotating elements in an array or a string.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Implementing circular queues or buffers.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Performing cyclic shifts in cryptographic algorithms.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Reordering elements in certain data structures or algorithms.</a:t>
            </a:r>
            <a:endParaRPr b="0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23f307fc558_0_30"/>
          <p:cNvSpPr txBox="1"/>
          <p:nvPr/>
        </p:nvSpPr>
        <p:spPr>
          <a:xfrm>
            <a:off x="374708" y="723145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8181EF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8181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98" name="Google Shape;198;p6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6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RAMASAMY</dc:creator>
</cp:coreProperties>
</file>